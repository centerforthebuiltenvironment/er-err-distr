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DC8BE"/>
    <a:srgbClr val="88ADCA"/>
    <a:srgbClr val="BEB9D4"/>
    <a:srgbClr val="EBB16D"/>
    <a:srgbClr val="BBBBBB"/>
    <a:srgbClr val="ECA9A1"/>
    <a:srgbClr val="AEAEAE"/>
    <a:srgbClr val="E1C1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30"/>
    <p:restoredTop sz="94690"/>
  </p:normalViewPr>
  <p:slideViewPr>
    <p:cSldViewPr snapToGrid="0">
      <p:cViewPr varScale="1">
        <p:scale>
          <a:sx n="97" d="100"/>
          <a:sy n="97" d="100"/>
        </p:scale>
        <p:origin x="1472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88784E-7603-884D-8785-F98637566DBB}" type="datetimeFigureOut">
              <a:rPr lang="en-US" smtClean="0"/>
              <a:t>8/13/25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AA66A0-D859-734E-9163-83C93787C5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0216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AA66A0-D859-734E-9163-83C93787C59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6803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AA66A0-D859-734E-9163-83C93787C59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1071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69A61-3985-9B0F-BEAA-F0BB59C1DE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0549BF-E672-77DA-30E6-11B8BF273A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4958B6-0096-BB2C-E5F7-808904ED7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14414-2A77-FC4C-88A1-A9A8211F05BC}" type="datetimeFigureOut">
              <a:rPr lang="en-US" smtClean="0"/>
              <a:t>8/13/25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D06B1A-0D93-203C-D391-AB0CE3750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C240DE-7D68-FA02-5A0A-76125947A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AE3FB-03B9-564A-830F-CB6A1CB3CC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001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AE727-9309-7FB0-0709-CB4146626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62C677-5B6B-BE55-96F9-8018BCA35F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9093B4-F2F3-EEDA-CF9C-88D94E1F3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14414-2A77-FC4C-88A1-A9A8211F05BC}" type="datetimeFigureOut">
              <a:rPr lang="en-US" smtClean="0"/>
              <a:t>8/13/25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9DF352-9A7F-AFE4-6135-8E11CD8AF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DAC87F-376A-3674-2917-C1E7A0466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AE3FB-03B9-564A-830F-CB6A1CB3CC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0590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4A4FE-BCA9-8B69-AFBF-9C3F63E95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09A52B-970A-500F-ED4E-C71022CB4E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599701-C7A6-F743-4DCE-25C98DD86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14414-2A77-FC4C-88A1-A9A8211F05BC}" type="datetimeFigureOut">
              <a:rPr lang="en-US" smtClean="0"/>
              <a:t>8/13/25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7AE7F-4E73-5869-8300-307BD8175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5E058D-24DF-8438-8217-8766D1A4A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AE3FB-03B9-564A-830F-CB6A1CB3CC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2686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638E5-0FA1-BDA0-28BE-8F77C2983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0DF6FE-145C-C66A-837C-74E1714AA1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E66260-2348-7F71-C7AF-A5D5850A5F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336EC5-2B6D-EEF0-AA02-B1849BF1D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14414-2A77-FC4C-88A1-A9A8211F05BC}" type="datetimeFigureOut">
              <a:rPr lang="en-US" smtClean="0"/>
              <a:t>8/13/25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77FE38-1215-6430-3240-11900F859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A41FF3-1F96-3FE2-4460-4ACBB9120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AE3FB-03B9-564A-830F-CB6A1CB3CC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8348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1855F-6764-C8FD-C1F0-958591A54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BDBB58-BA70-EE66-57D9-F702426055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041338-CC73-0B80-1A5A-2C139D9EFF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02C88D-12ED-DA2B-2224-1B9D414188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E554FA-340B-4966-10EB-B39BA2D6F0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95F94F-E8C4-A49F-1437-E38B6784A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14414-2A77-FC4C-88A1-A9A8211F05BC}" type="datetimeFigureOut">
              <a:rPr lang="en-US" smtClean="0"/>
              <a:t>8/13/25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40B901-0683-BB5E-421D-90FAED5C1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9B487E-4847-712C-B1E0-CB95E124F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AE3FB-03B9-564A-830F-CB6A1CB3CC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56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255E2-D960-1958-B0CE-196C167F8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FBB5E7-98A0-E3B8-EBF5-9AC8EF957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14414-2A77-FC4C-88A1-A9A8211F05BC}" type="datetimeFigureOut">
              <a:rPr lang="en-US" smtClean="0"/>
              <a:t>8/13/25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3631AB-676D-A3CD-0C16-A61089619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011804-A9CF-0AD4-EC72-AEB082B80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AE3FB-03B9-564A-830F-CB6A1CB3CC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1389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4B9317-4893-D08A-D98B-889C3C332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14414-2A77-FC4C-88A1-A9A8211F05BC}" type="datetimeFigureOut">
              <a:rPr lang="en-US" smtClean="0"/>
              <a:t>8/13/25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90ED8D-5A22-059E-926B-58DD77DA1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964F66-7C01-43A4-E3C3-1BBDBCBB4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AE3FB-03B9-564A-830F-CB6A1CB3CC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615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870A9-B1F5-C249-FD5F-E28F5D07D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E4911F-FAA0-B3F6-D0F1-78F4F3CD6A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B270B1-3E1A-8A79-8C61-0A4FA45259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03491E-A065-D18F-96B7-E72494A37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14414-2A77-FC4C-88A1-A9A8211F05BC}" type="datetimeFigureOut">
              <a:rPr lang="en-US" smtClean="0"/>
              <a:t>8/13/25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2D9A7F-9D85-8ABE-FFD0-72056DB65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BD578D-3140-AC18-F692-5A4A6471C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AE3FB-03B9-564A-830F-CB6A1CB3CC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1925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243E6-2678-C62D-CE36-715556761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281DFA-AED6-827B-4B0C-7ADE868A16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EAA79A-613B-C9D8-412C-4624A4B67C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359C46-289B-4055-033E-4E9E35020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14414-2A77-FC4C-88A1-A9A8211F05BC}" type="datetimeFigureOut">
              <a:rPr lang="en-US" smtClean="0"/>
              <a:t>8/13/25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22DBE1-BA26-2F14-7D65-84DF76C37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CE1C75-19C4-1F36-9735-64096B718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AE3FB-03B9-564A-830F-CB6A1CB3CC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527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3159A-4B98-A05A-2900-F08DBA778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C4A773-3F63-C512-75A5-2A3CB6D56D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0895BE-3477-D18E-FCE2-CE6DC7F6E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14414-2A77-FC4C-88A1-A9A8211F05BC}" type="datetimeFigureOut">
              <a:rPr lang="en-US" smtClean="0"/>
              <a:t>8/13/25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E14CE5-3642-75A9-11DE-3782A1DE7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70277-BE47-81E2-A43F-27F9E087E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AE3FB-03B9-564A-830F-CB6A1CB3CC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068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5426B2-0B69-D5AB-B1F8-5A9DBC6B8C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1C4E7F-D5A1-B5DC-8278-816AFD392F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53D87A-5AAE-2E2B-DC47-4C2DF4ABA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14414-2A77-FC4C-88A1-A9A8211F05BC}" type="datetimeFigureOut">
              <a:rPr lang="en-US" smtClean="0"/>
              <a:t>8/13/25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85C6FC-DB71-5CBB-B4D5-A7D0F6252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A1FDEF-7D30-01D6-E826-171E3DA26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AE3FB-03B9-564A-830F-CB6A1CB3CC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437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4B0260-2801-55FF-8F55-0D52B1AEB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257EC-72BE-90C5-02BC-58CBAC008B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AA04C-A7E7-6E73-3B3E-F2CB634C87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914414-2A77-FC4C-88A1-A9A8211F05BC}" type="datetimeFigureOut">
              <a:rPr lang="en-US" smtClean="0"/>
              <a:t>8/13/25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21CB32-6AFB-A746-D590-9C163509E2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4A03E5-BB85-C1A6-08B8-8456506892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BAE3FB-03B9-564A-830F-CB6A1CB3CC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782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microsoft.com/office/2007/relationships/hdphoto" Target="../media/hdphoto5.wdp"/><Relationship Id="rId3" Type="http://schemas.openxmlformats.org/officeDocument/2006/relationships/image" Target="../media/image1.png"/><Relationship Id="rId7" Type="http://schemas.microsoft.com/office/2007/relationships/hdphoto" Target="../media/hdphoto2.wdp"/><Relationship Id="rId12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microsoft.com/office/2007/relationships/hdphoto" Target="../media/hdphoto4.wdp"/><Relationship Id="rId5" Type="http://schemas.microsoft.com/office/2007/relationships/hdphoto" Target="../media/hdphoto1.wdp"/><Relationship Id="rId15" Type="http://schemas.microsoft.com/office/2007/relationships/hdphoto" Target="../media/hdphoto6.wdp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microsoft.com/office/2007/relationships/hdphoto" Target="../media/hdphoto3.wdp"/><Relationship Id="rId1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88D22-91E1-49C3-1B6B-8B1CEC11D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64DC5B0E-A474-4E38-EBF0-F626BAD2E6E9}"/>
              </a:ext>
            </a:extLst>
          </p:cNvPr>
          <p:cNvSpPr txBox="1"/>
          <p:nvPr/>
        </p:nvSpPr>
        <p:spPr>
          <a:xfrm>
            <a:off x="494289" y="522345"/>
            <a:ext cx="114763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Evaluating </a:t>
            </a:r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Carbon emission factors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 Accounting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Commercial Buildings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66DB45E-72D5-B68B-DEA6-72EC3896B591}"/>
              </a:ext>
            </a:extLst>
          </p:cNvPr>
          <p:cNvSpPr txBox="1"/>
          <p:nvPr/>
        </p:nvSpPr>
        <p:spPr>
          <a:xfrm>
            <a:off x="3048000" y="-3528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Temporal Resolution Matters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FF6C400-779B-FD66-D682-C74319E24DC1}"/>
              </a:ext>
            </a:extLst>
          </p:cNvPr>
          <p:cNvCxnSpPr>
            <a:cxnSpLocks/>
          </p:cNvCxnSpPr>
          <p:nvPr/>
        </p:nvCxnSpPr>
        <p:spPr>
          <a:xfrm>
            <a:off x="4186677" y="922975"/>
            <a:ext cx="0" cy="389510"/>
          </a:xfrm>
          <a:prstGeom prst="straightConnector1">
            <a:avLst/>
          </a:prstGeom>
          <a:ln w="38100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9E2B23F6-40CF-395A-3866-DD97430940E3}"/>
              </a:ext>
            </a:extLst>
          </p:cNvPr>
          <p:cNvCxnSpPr>
            <a:cxnSpLocks/>
          </p:cNvCxnSpPr>
          <p:nvPr/>
        </p:nvCxnSpPr>
        <p:spPr>
          <a:xfrm>
            <a:off x="9725616" y="922455"/>
            <a:ext cx="0" cy="389510"/>
          </a:xfrm>
          <a:prstGeom prst="straightConnector1">
            <a:avLst/>
          </a:prstGeom>
          <a:ln w="38100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32B7668-C935-2FB6-A0C5-3256C71C2265}"/>
              </a:ext>
            </a:extLst>
          </p:cNvPr>
          <p:cNvCxnSpPr>
            <a:cxnSpLocks/>
          </p:cNvCxnSpPr>
          <p:nvPr/>
        </p:nvCxnSpPr>
        <p:spPr>
          <a:xfrm>
            <a:off x="7000498" y="922455"/>
            <a:ext cx="0" cy="389510"/>
          </a:xfrm>
          <a:prstGeom prst="straightConnector1">
            <a:avLst/>
          </a:prstGeom>
          <a:ln w="38100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9" name="Picture 5">
            <a:extLst>
              <a:ext uri="{FF2B5EF4-FFF2-40B4-BE49-F238E27FC236}">
                <a16:creationId xmlns:a16="http://schemas.microsoft.com/office/drawing/2014/main" id="{AED96FE4-B496-F8C5-B34E-4C86FC8F065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87" t="17100" r="9473" b="15159"/>
          <a:stretch>
            <a:fillRect/>
          </a:stretch>
        </p:blipFill>
        <p:spPr bwMode="auto">
          <a:xfrm>
            <a:off x="8687472" y="1290194"/>
            <a:ext cx="2234490" cy="1857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49" name="Group 1048">
            <a:extLst>
              <a:ext uri="{FF2B5EF4-FFF2-40B4-BE49-F238E27FC236}">
                <a16:creationId xmlns:a16="http://schemas.microsoft.com/office/drawing/2014/main" id="{0AF7CF4A-D82C-AE0B-2D36-D78835893106}"/>
              </a:ext>
            </a:extLst>
          </p:cNvPr>
          <p:cNvGrpSpPr/>
          <p:nvPr/>
        </p:nvGrpSpPr>
        <p:grpSpPr>
          <a:xfrm>
            <a:off x="5596584" y="1393772"/>
            <a:ext cx="3032229" cy="1494711"/>
            <a:chOff x="5756538" y="1437614"/>
            <a:chExt cx="2683191" cy="1242107"/>
          </a:xfrm>
        </p:grpSpPr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DAB811A5-06AB-DD28-5F38-4FEE087AD89C}"/>
                </a:ext>
              </a:extLst>
            </p:cNvPr>
            <p:cNvSpPr/>
            <p:nvPr/>
          </p:nvSpPr>
          <p:spPr>
            <a:xfrm>
              <a:off x="5971059" y="2623260"/>
              <a:ext cx="1984645" cy="3484"/>
            </a:xfrm>
            <a:custGeom>
              <a:avLst/>
              <a:gdLst>
                <a:gd name="connsiteX0" fmla="*/ 0 w 7234943"/>
                <a:gd name="connsiteY0" fmla="*/ 0 h 12700"/>
                <a:gd name="connsiteX1" fmla="*/ 7234944 w 7234943"/>
                <a:gd name="connsiteY1" fmla="*/ 0 h 12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34943" h="12700">
                  <a:moveTo>
                    <a:pt x="0" y="0"/>
                  </a:moveTo>
                  <a:lnTo>
                    <a:pt x="7234944" y="0"/>
                  </a:lnTo>
                </a:path>
              </a:pathLst>
            </a:custGeom>
            <a:noFill/>
            <a:ln w="6350" cap="flat">
              <a:solidFill>
                <a:srgbClr val="CCCCCC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DC6A9A6B-75CD-2168-A195-4369C4118835}"/>
                </a:ext>
              </a:extLst>
            </p:cNvPr>
            <p:cNvSpPr/>
            <p:nvPr/>
          </p:nvSpPr>
          <p:spPr>
            <a:xfrm>
              <a:off x="5971059" y="2369922"/>
              <a:ext cx="1984645" cy="3484"/>
            </a:xfrm>
            <a:custGeom>
              <a:avLst/>
              <a:gdLst>
                <a:gd name="connsiteX0" fmla="*/ 0 w 7234943"/>
                <a:gd name="connsiteY0" fmla="*/ 0 h 12700"/>
                <a:gd name="connsiteX1" fmla="*/ 7234944 w 7234943"/>
                <a:gd name="connsiteY1" fmla="*/ 0 h 12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34943" h="12700">
                  <a:moveTo>
                    <a:pt x="0" y="0"/>
                  </a:moveTo>
                  <a:lnTo>
                    <a:pt x="7234944" y="0"/>
                  </a:lnTo>
                </a:path>
              </a:pathLst>
            </a:custGeom>
            <a:noFill/>
            <a:ln w="6350" cap="flat">
              <a:solidFill>
                <a:srgbClr val="CCCCCC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B34F9A91-9969-2C61-F40A-6275968AE7D8}"/>
                </a:ext>
              </a:extLst>
            </p:cNvPr>
            <p:cNvSpPr/>
            <p:nvPr/>
          </p:nvSpPr>
          <p:spPr>
            <a:xfrm>
              <a:off x="5971059" y="2116584"/>
              <a:ext cx="1984645" cy="3484"/>
            </a:xfrm>
            <a:custGeom>
              <a:avLst/>
              <a:gdLst>
                <a:gd name="connsiteX0" fmla="*/ 0 w 7234943"/>
                <a:gd name="connsiteY0" fmla="*/ 0 h 12700"/>
                <a:gd name="connsiteX1" fmla="*/ 7234944 w 7234943"/>
                <a:gd name="connsiteY1" fmla="*/ 0 h 12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34943" h="12700">
                  <a:moveTo>
                    <a:pt x="0" y="0"/>
                  </a:moveTo>
                  <a:lnTo>
                    <a:pt x="7234944" y="0"/>
                  </a:lnTo>
                </a:path>
              </a:pathLst>
            </a:custGeom>
            <a:noFill/>
            <a:ln w="6350" cap="flat">
              <a:solidFill>
                <a:srgbClr val="CCCCCC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2086576B-B67C-5DF7-37A5-80016C0D7E3A}"/>
                </a:ext>
              </a:extLst>
            </p:cNvPr>
            <p:cNvSpPr/>
            <p:nvPr/>
          </p:nvSpPr>
          <p:spPr>
            <a:xfrm>
              <a:off x="5971059" y="1863247"/>
              <a:ext cx="1984645" cy="3484"/>
            </a:xfrm>
            <a:custGeom>
              <a:avLst/>
              <a:gdLst>
                <a:gd name="connsiteX0" fmla="*/ 0 w 7234943"/>
                <a:gd name="connsiteY0" fmla="*/ 0 h 12700"/>
                <a:gd name="connsiteX1" fmla="*/ 7234944 w 7234943"/>
                <a:gd name="connsiteY1" fmla="*/ 0 h 12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34943" h="12700">
                  <a:moveTo>
                    <a:pt x="0" y="0"/>
                  </a:moveTo>
                  <a:lnTo>
                    <a:pt x="7234944" y="0"/>
                  </a:lnTo>
                </a:path>
              </a:pathLst>
            </a:custGeom>
            <a:noFill/>
            <a:ln w="6350" cap="flat">
              <a:solidFill>
                <a:srgbClr val="CCCCCC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DDECDD9B-7833-57B8-D2BC-6F489CFEAE14}"/>
                </a:ext>
              </a:extLst>
            </p:cNvPr>
            <p:cNvSpPr/>
            <p:nvPr/>
          </p:nvSpPr>
          <p:spPr>
            <a:xfrm>
              <a:off x="5971059" y="1609912"/>
              <a:ext cx="1984645" cy="3484"/>
            </a:xfrm>
            <a:custGeom>
              <a:avLst/>
              <a:gdLst>
                <a:gd name="connsiteX0" fmla="*/ 0 w 7234943"/>
                <a:gd name="connsiteY0" fmla="*/ 0 h 12700"/>
                <a:gd name="connsiteX1" fmla="*/ 7234944 w 7234943"/>
                <a:gd name="connsiteY1" fmla="*/ 0 h 12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34943" h="12700">
                  <a:moveTo>
                    <a:pt x="0" y="0"/>
                  </a:moveTo>
                  <a:lnTo>
                    <a:pt x="7234944" y="0"/>
                  </a:lnTo>
                </a:path>
              </a:pathLst>
            </a:custGeom>
            <a:noFill/>
            <a:ln w="6350" cap="flat">
              <a:solidFill>
                <a:srgbClr val="CCCCCC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6" name="Freeform 1035">
              <a:extLst>
                <a:ext uri="{FF2B5EF4-FFF2-40B4-BE49-F238E27FC236}">
                  <a16:creationId xmlns:a16="http://schemas.microsoft.com/office/drawing/2014/main" id="{6B03BCF9-D474-F393-8F8F-16048ADD7633}"/>
                </a:ext>
              </a:extLst>
            </p:cNvPr>
            <p:cNvSpPr/>
            <p:nvPr/>
          </p:nvSpPr>
          <p:spPr>
            <a:xfrm>
              <a:off x="7805355" y="2611118"/>
              <a:ext cx="60143" cy="12141"/>
            </a:xfrm>
            <a:custGeom>
              <a:avLst/>
              <a:gdLst>
                <a:gd name="connsiteX0" fmla="*/ 0 w 219249"/>
                <a:gd name="connsiteY0" fmla="*/ 44259 h 44259"/>
                <a:gd name="connsiteX1" fmla="*/ 219250 w 219249"/>
                <a:gd name="connsiteY1" fmla="*/ 44259 h 44259"/>
                <a:gd name="connsiteX2" fmla="*/ 219250 w 219249"/>
                <a:gd name="connsiteY2" fmla="*/ 0 h 44259"/>
                <a:gd name="connsiteX3" fmla="*/ 0 w 219249"/>
                <a:gd name="connsiteY3" fmla="*/ 0 h 44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9249" h="44259">
                  <a:moveTo>
                    <a:pt x="0" y="44259"/>
                  </a:moveTo>
                  <a:lnTo>
                    <a:pt x="219250" y="44259"/>
                  </a:lnTo>
                  <a:lnTo>
                    <a:pt x="2192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3D3D3"/>
            </a:solidFill>
            <a:ln w="126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7" name="Freeform 1036">
              <a:extLst>
                <a:ext uri="{FF2B5EF4-FFF2-40B4-BE49-F238E27FC236}">
                  <a16:creationId xmlns:a16="http://schemas.microsoft.com/office/drawing/2014/main" id="{8B22F6D9-282E-7D12-2222-4D2BE93B6564}"/>
                </a:ext>
              </a:extLst>
            </p:cNvPr>
            <p:cNvSpPr/>
            <p:nvPr/>
          </p:nvSpPr>
          <p:spPr>
            <a:xfrm>
              <a:off x="6025177" y="1568025"/>
              <a:ext cx="1744087" cy="1050075"/>
            </a:xfrm>
            <a:custGeom>
              <a:avLst/>
              <a:gdLst>
                <a:gd name="connsiteX0" fmla="*/ 0 w 6357997"/>
                <a:gd name="connsiteY0" fmla="*/ 3778451 h 3828006"/>
                <a:gd name="connsiteX1" fmla="*/ 12480 w 6357997"/>
                <a:gd name="connsiteY1" fmla="*/ 3775466 h 3828006"/>
                <a:gd name="connsiteX2" fmla="*/ 49772 w 6357997"/>
                <a:gd name="connsiteY2" fmla="*/ 3766538 h 3828006"/>
                <a:gd name="connsiteX3" fmla="*/ 62203 w 6357997"/>
                <a:gd name="connsiteY3" fmla="*/ 3763617 h 3828006"/>
                <a:gd name="connsiteX4" fmla="*/ 74684 w 6357997"/>
                <a:gd name="connsiteY4" fmla="*/ 3760633 h 3828006"/>
                <a:gd name="connsiteX5" fmla="*/ 87114 w 6357997"/>
                <a:gd name="connsiteY5" fmla="*/ 3757762 h 3828006"/>
                <a:gd name="connsiteX6" fmla="*/ 99546 w 6357997"/>
                <a:gd name="connsiteY6" fmla="*/ 3754829 h 3828006"/>
                <a:gd name="connsiteX7" fmla="*/ 111977 w 6357997"/>
                <a:gd name="connsiteY7" fmla="*/ 3751959 h 3828006"/>
                <a:gd name="connsiteX8" fmla="*/ 124458 w 6357997"/>
                <a:gd name="connsiteY8" fmla="*/ 3749076 h 3828006"/>
                <a:gd name="connsiteX9" fmla="*/ 136888 w 6357997"/>
                <a:gd name="connsiteY9" fmla="*/ 3746256 h 3828006"/>
                <a:gd name="connsiteX10" fmla="*/ 149319 w 6357997"/>
                <a:gd name="connsiteY10" fmla="*/ 3743373 h 3828006"/>
                <a:gd name="connsiteX11" fmla="*/ 161750 w 6357997"/>
                <a:gd name="connsiteY11" fmla="*/ 3740541 h 3828006"/>
                <a:gd name="connsiteX12" fmla="*/ 174230 w 6357997"/>
                <a:gd name="connsiteY12" fmla="*/ 3737773 h 3828006"/>
                <a:gd name="connsiteX13" fmla="*/ 186661 w 6357997"/>
                <a:gd name="connsiteY13" fmla="*/ 3734890 h 3828006"/>
                <a:gd name="connsiteX14" fmla="*/ 199093 w 6357997"/>
                <a:gd name="connsiteY14" fmla="*/ 3732058 h 3828006"/>
                <a:gd name="connsiteX15" fmla="*/ 223954 w 6357997"/>
                <a:gd name="connsiteY15" fmla="*/ 3726305 h 3828006"/>
                <a:gd name="connsiteX16" fmla="*/ 236435 w 6357997"/>
                <a:gd name="connsiteY16" fmla="*/ 3723333 h 3828006"/>
                <a:gd name="connsiteX17" fmla="*/ 248866 w 6357997"/>
                <a:gd name="connsiteY17" fmla="*/ 3720310 h 3828006"/>
                <a:gd name="connsiteX18" fmla="*/ 261296 w 6357997"/>
                <a:gd name="connsiteY18" fmla="*/ 3717186 h 3828006"/>
                <a:gd name="connsiteX19" fmla="*/ 273727 w 6357997"/>
                <a:gd name="connsiteY19" fmla="*/ 3714011 h 3828006"/>
                <a:gd name="connsiteX20" fmla="*/ 286208 w 6357997"/>
                <a:gd name="connsiteY20" fmla="*/ 3710684 h 3828006"/>
                <a:gd name="connsiteX21" fmla="*/ 298638 w 6357997"/>
                <a:gd name="connsiteY21" fmla="*/ 3707204 h 3828006"/>
                <a:gd name="connsiteX22" fmla="*/ 311069 w 6357997"/>
                <a:gd name="connsiteY22" fmla="*/ 3703584 h 3828006"/>
                <a:gd name="connsiteX23" fmla="*/ 323501 w 6357997"/>
                <a:gd name="connsiteY23" fmla="*/ 3699812 h 3828006"/>
                <a:gd name="connsiteX24" fmla="*/ 335982 w 6357997"/>
                <a:gd name="connsiteY24" fmla="*/ 3695799 h 3828006"/>
                <a:gd name="connsiteX25" fmla="*/ 348412 w 6357997"/>
                <a:gd name="connsiteY25" fmla="*/ 3691634 h 3828006"/>
                <a:gd name="connsiteX26" fmla="*/ 360843 w 6357997"/>
                <a:gd name="connsiteY26" fmla="*/ 3687163 h 3828006"/>
                <a:gd name="connsiteX27" fmla="*/ 373274 w 6357997"/>
                <a:gd name="connsiteY27" fmla="*/ 3682452 h 3828006"/>
                <a:gd name="connsiteX28" fmla="*/ 385704 w 6357997"/>
                <a:gd name="connsiteY28" fmla="*/ 3677498 h 3828006"/>
                <a:gd name="connsiteX29" fmla="*/ 398185 w 6357997"/>
                <a:gd name="connsiteY29" fmla="*/ 3672279 h 3828006"/>
                <a:gd name="connsiteX30" fmla="*/ 410616 w 6357997"/>
                <a:gd name="connsiteY30" fmla="*/ 3666678 h 3828006"/>
                <a:gd name="connsiteX31" fmla="*/ 423046 w 6357997"/>
                <a:gd name="connsiteY31" fmla="*/ 3660773 h 3828006"/>
                <a:gd name="connsiteX32" fmla="*/ 435478 w 6357997"/>
                <a:gd name="connsiteY32" fmla="*/ 3654524 h 3828006"/>
                <a:gd name="connsiteX33" fmla="*/ 447959 w 6357997"/>
                <a:gd name="connsiteY33" fmla="*/ 3647971 h 3828006"/>
                <a:gd name="connsiteX34" fmla="*/ 460390 w 6357997"/>
                <a:gd name="connsiteY34" fmla="*/ 3641075 h 3828006"/>
                <a:gd name="connsiteX35" fmla="*/ 472820 w 6357997"/>
                <a:gd name="connsiteY35" fmla="*/ 3633734 h 3828006"/>
                <a:gd name="connsiteX36" fmla="*/ 485251 w 6357997"/>
                <a:gd name="connsiteY36" fmla="*/ 3626051 h 3828006"/>
                <a:gd name="connsiteX37" fmla="*/ 497682 w 6357997"/>
                <a:gd name="connsiteY37" fmla="*/ 3618012 h 3828006"/>
                <a:gd name="connsiteX38" fmla="*/ 510162 w 6357997"/>
                <a:gd name="connsiteY38" fmla="*/ 3609630 h 3828006"/>
                <a:gd name="connsiteX39" fmla="*/ 522593 w 6357997"/>
                <a:gd name="connsiteY39" fmla="*/ 3600803 h 3828006"/>
                <a:gd name="connsiteX40" fmla="*/ 535025 w 6357997"/>
                <a:gd name="connsiteY40" fmla="*/ 3591570 h 3828006"/>
                <a:gd name="connsiteX41" fmla="*/ 547455 w 6357997"/>
                <a:gd name="connsiteY41" fmla="*/ 3582045 h 3828006"/>
                <a:gd name="connsiteX42" fmla="*/ 559935 w 6357997"/>
                <a:gd name="connsiteY42" fmla="*/ 3572228 h 3828006"/>
                <a:gd name="connsiteX43" fmla="*/ 572367 w 6357997"/>
                <a:gd name="connsiteY43" fmla="*/ 3561954 h 3828006"/>
                <a:gd name="connsiteX44" fmla="*/ 584798 w 6357997"/>
                <a:gd name="connsiteY44" fmla="*/ 3551337 h 3828006"/>
                <a:gd name="connsiteX45" fmla="*/ 597228 w 6357997"/>
                <a:gd name="connsiteY45" fmla="*/ 3540478 h 3828006"/>
                <a:gd name="connsiteX46" fmla="*/ 609709 w 6357997"/>
                <a:gd name="connsiteY46" fmla="*/ 3529315 h 3828006"/>
                <a:gd name="connsiteX47" fmla="*/ 622140 w 6357997"/>
                <a:gd name="connsiteY47" fmla="*/ 3517847 h 3828006"/>
                <a:gd name="connsiteX48" fmla="*/ 634570 w 6357997"/>
                <a:gd name="connsiteY48" fmla="*/ 3506099 h 3828006"/>
                <a:gd name="connsiteX49" fmla="*/ 647002 w 6357997"/>
                <a:gd name="connsiteY49" fmla="*/ 3494085 h 3828006"/>
                <a:gd name="connsiteX50" fmla="*/ 659433 w 6357997"/>
                <a:gd name="connsiteY50" fmla="*/ 3481880 h 3828006"/>
                <a:gd name="connsiteX51" fmla="*/ 671912 w 6357997"/>
                <a:gd name="connsiteY51" fmla="*/ 3469485 h 3828006"/>
                <a:gd name="connsiteX52" fmla="*/ 684344 w 6357997"/>
                <a:gd name="connsiteY52" fmla="*/ 3456874 h 3828006"/>
                <a:gd name="connsiteX53" fmla="*/ 696775 w 6357997"/>
                <a:gd name="connsiteY53" fmla="*/ 3444136 h 3828006"/>
                <a:gd name="connsiteX54" fmla="*/ 709210 w 6357997"/>
                <a:gd name="connsiteY54" fmla="*/ 3431284 h 3828006"/>
                <a:gd name="connsiteX55" fmla="*/ 721686 w 6357997"/>
                <a:gd name="connsiteY55" fmla="*/ 3418279 h 3828006"/>
                <a:gd name="connsiteX56" fmla="*/ 734123 w 6357997"/>
                <a:gd name="connsiteY56" fmla="*/ 3405185 h 3828006"/>
                <a:gd name="connsiteX57" fmla="*/ 758973 w 6357997"/>
                <a:gd name="connsiteY57" fmla="*/ 3378794 h 3828006"/>
                <a:gd name="connsiteX58" fmla="*/ 771462 w 6357997"/>
                <a:gd name="connsiteY58" fmla="*/ 3365498 h 3828006"/>
                <a:gd name="connsiteX59" fmla="*/ 783887 w 6357997"/>
                <a:gd name="connsiteY59" fmla="*/ 3352201 h 3828006"/>
                <a:gd name="connsiteX60" fmla="*/ 821187 w 6357997"/>
                <a:gd name="connsiteY60" fmla="*/ 3312170 h 3828006"/>
                <a:gd name="connsiteX61" fmla="*/ 833663 w 6357997"/>
                <a:gd name="connsiteY61" fmla="*/ 3298772 h 3828006"/>
                <a:gd name="connsiteX62" fmla="*/ 846100 w 6357997"/>
                <a:gd name="connsiteY62" fmla="*/ 3285424 h 3828006"/>
                <a:gd name="connsiteX63" fmla="*/ 858525 w 6357997"/>
                <a:gd name="connsiteY63" fmla="*/ 3272038 h 3828006"/>
                <a:gd name="connsiteX64" fmla="*/ 870950 w 6357997"/>
                <a:gd name="connsiteY64" fmla="*/ 3258691 h 3828006"/>
                <a:gd name="connsiteX65" fmla="*/ 883439 w 6357997"/>
                <a:gd name="connsiteY65" fmla="*/ 3245292 h 3828006"/>
                <a:gd name="connsiteX66" fmla="*/ 908301 w 6357997"/>
                <a:gd name="connsiteY66" fmla="*/ 3218406 h 3828006"/>
                <a:gd name="connsiteX67" fmla="*/ 920726 w 6357997"/>
                <a:gd name="connsiteY67" fmla="*/ 3204919 h 3828006"/>
                <a:gd name="connsiteX68" fmla="*/ 933215 w 6357997"/>
                <a:gd name="connsiteY68" fmla="*/ 3191317 h 3828006"/>
                <a:gd name="connsiteX69" fmla="*/ 945640 w 6357997"/>
                <a:gd name="connsiteY69" fmla="*/ 3177677 h 3828006"/>
                <a:gd name="connsiteX70" fmla="*/ 958077 w 6357997"/>
                <a:gd name="connsiteY70" fmla="*/ 3163987 h 3828006"/>
                <a:gd name="connsiteX71" fmla="*/ 970502 w 6357997"/>
                <a:gd name="connsiteY71" fmla="*/ 3150093 h 3828006"/>
                <a:gd name="connsiteX72" fmla="*/ 982927 w 6357997"/>
                <a:gd name="connsiteY72" fmla="*/ 3136110 h 3828006"/>
                <a:gd name="connsiteX73" fmla="*/ 995416 w 6357997"/>
                <a:gd name="connsiteY73" fmla="*/ 3122013 h 3828006"/>
                <a:gd name="connsiteX74" fmla="*/ 1007841 w 6357997"/>
                <a:gd name="connsiteY74" fmla="*/ 3107777 h 3828006"/>
                <a:gd name="connsiteX75" fmla="*/ 1020278 w 6357997"/>
                <a:gd name="connsiteY75" fmla="*/ 3093298 h 3828006"/>
                <a:gd name="connsiteX76" fmla="*/ 1032703 w 6357997"/>
                <a:gd name="connsiteY76" fmla="*/ 3078605 h 3828006"/>
                <a:gd name="connsiteX77" fmla="*/ 1045192 w 6357997"/>
                <a:gd name="connsiteY77" fmla="*/ 3063720 h 3828006"/>
                <a:gd name="connsiteX78" fmla="*/ 1057617 w 6357997"/>
                <a:gd name="connsiteY78" fmla="*/ 3048645 h 3828006"/>
                <a:gd name="connsiteX79" fmla="*/ 1070054 w 6357997"/>
                <a:gd name="connsiteY79" fmla="*/ 3033316 h 3828006"/>
                <a:gd name="connsiteX80" fmla="*/ 1082479 w 6357997"/>
                <a:gd name="connsiteY80" fmla="*/ 3017683 h 3828006"/>
                <a:gd name="connsiteX81" fmla="*/ 1094917 w 6357997"/>
                <a:gd name="connsiteY81" fmla="*/ 3001808 h 3828006"/>
                <a:gd name="connsiteX82" fmla="*/ 1107393 w 6357997"/>
                <a:gd name="connsiteY82" fmla="*/ 2985641 h 3828006"/>
                <a:gd name="connsiteX83" fmla="*/ 1119817 w 6357997"/>
                <a:gd name="connsiteY83" fmla="*/ 2969270 h 3828006"/>
                <a:gd name="connsiteX84" fmla="*/ 1132255 w 6357997"/>
                <a:gd name="connsiteY84" fmla="*/ 2952506 h 3828006"/>
                <a:gd name="connsiteX85" fmla="*/ 1144680 w 6357997"/>
                <a:gd name="connsiteY85" fmla="*/ 2935488 h 3828006"/>
                <a:gd name="connsiteX86" fmla="*/ 1157168 w 6357997"/>
                <a:gd name="connsiteY86" fmla="*/ 2918178 h 3828006"/>
                <a:gd name="connsiteX87" fmla="*/ 1169594 w 6357997"/>
                <a:gd name="connsiteY87" fmla="*/ 2900614 h 3828006"/>
                <a:gd name="connsiteX88" fmla="*/ 1182031 w 6357997"/>
                <a:gd name="connsiteY88" fmla="*/ 2882707 h 3828006"/>
                <a:gd name="connsiteX89" fmla="*/ 1194456 w 6357997"/>
                <a:gd name="connsiteY89" fmla="*/ 2864495 h 3828006"/>
                <a:gd name="connsiteX90" fmla="*/ 1206932 w 6357997"/>
                <a:gd name="connsiteY90" fmla="*/ 2846042 h 3828006"/>
                <a:gd name="connsiteX91" fmla="*/ 1219369 w 6357997"/>
                <a:gd name="connsiteY91" fmla="*/ 2827284 h 3828006"/>
                <a:gd name="connsiteX92" fmla="*/ 1231794 w 6357997"/>
                <a:gd name="connsiteY92" fmla="*/ 2808285 h 3828006"/>
                <a:gd name="connsiteX93" fmla="*/ 1244232 w 6357997"/>
                <a:gd name="connsiteY93" fmla="*/ 2788943 h 3828006"/>
                <a:gd name="connsiteX94" fmla="*/ 1256657 w 6357997"/>
                <a:gd name="connsiteY94" fmla="*/ 2769398 h 3828006"/>
                <a:gd name="connsiteX95" fmla="*/ 1269145 w 6357997"/>
                <a:gd name="connsiteY95" fmla="*/ 2749598 h 3828006"/>
                <a:gd name="connsiteX96" fmla="*/ 1281571 w 6357997"/>
                <a:gd name="connsiteY96" fmla="*/ 2729609 h 3828006"/>
                <a:gd name="connsiteX97" fmla="*/ 1294008 w 6357997"/>
                <a:gd name="connsiteY97" fmla="*/ 2709314 h 3828006"/>
                <a:gd name="connsiteX98" fmla="*/ 1306433 w 6357997"/>
                <a:gd name="connsiteY98" fmla="*/ 2688880 h 3828006"/>
                <a:gd name="connsiteX99" fmla="*/ 1318909 w 6357997"/>
                <a:gd name="connsiteY99" fmla="*/ 2668191 h 3828006"/>
                <a:gd name="connsiteX100" fmla="*/ 1331346 w 6357997"/>
                <a:gd name="connsiteY100" fmla="*/ 2647402 h 3828006"/>
                <a:gd name="connsiteX101" fmla="*/ 1343771 w 6357997"/>
                <a:gd name="connsiteY101" fmla="*/ 2626421 h 3828006"/>
                <a:gd name="connsiteX102" fmla="*/ 1356209 w 6357997"/>
                <a:gd name="connsiteY102" fmla="*/ 2605288 h 3828006"/>
                <a:gd name="connsiteX103" fmla="*/ 1368685 w 6357997"/>
                <a:gd name="connsiteY103" fmla="*/ 2584003 h 3828006"/>
                <a:gd name="connsiteX104" fmla="*/ 1381122 w 6357997"/>
                <a:gd name="connsiteY104" fmla="*/ 2562667 h 3828006"/>
                <a:gd name="connsiteX105" fmla="*/ 1393547 w 6357997"/>
                <a:gd name="connsiteY105" fmla="*/ 2541191 h 3828006"/>
                <a:gd name="connsiteX106" fmla="*/ 1405985 w 6357997"/>
                <a:gd name="connsiteY106" fmla="*/ 2519665 h 3828006"/>
                <a:gd name="connsiteX107" fmla="*/ 1418410 w 6357997"/>
                <a:gd name="connsiteY107" fmla="*/ 2498075 h 3828006"/>
                <a:gd name="connsiteX108" fmla="*/ 1430898 w 6357997"/>
                <a:gd name="connsiteY108" fmla="*/ 2476447 h 3828006"/>
                <a:gd name="connsiteX109" fmla="*/ 1443323 w 6357997"/>
                <a:gd name="connsiteY109" fmla="*/ 2454819 h 3828006"/>
                <a:gd name="connsiteX110" fmla="*/ 1468186 w 6357997"/>
                <a:gd name="connsiteY110" fmla="*/ 2411664 h 3828006"/>
                <a:gd name="connsiteX111" fmla="*/ 1480662 w 6357997"/>
                <a:gd name="connsiteY111" fmla="*/ 2390125 h 3828006"/>
                <a:gd name="connsiteX112" fmla="*/ 1493099 w 6357997"/>
                <a:gd name="connsiteY112" fmla="*/ 2368700 h 3828006"/>
                <a:gd name="connsiteX113" fmla="*/ 1505524 w 6357997"/>
                <a:gd name="connsiteY113" fmla="*/ 2347364 h 3828006"/>
                <a:gd name="connsiteX114" fmla="*/ 1517962 w 6357997"/>
                <a:gd name="connsiteY114" fmla="*/ 2326180 h 3828006"/>
                <a:gd name="connsiteX115" fmla="*/ 1530438 w 6357997"/>
                <a:gd name="connsiteY115" fmla="*/ 2305149 h 3828006"/>
                <a:gd name="connsiteX116" fmla="*/ 1542875 w 6357997"/>
                <a:gd name="connsiteY116" fmla="*/ 2284309 h 3828006"/>
                <a:gd name="connsiteX117" fmla="*/ 1555300 w 6357997"/>
                <a:gd name="connsiteY117" fmla="*/ 2263620 h 3828006"/>
                <a:gd name="connsiteX118" fmla="*/ 1567738 w 6357997"/>
                <a:gd name="connsiteY118" fmla="*/ 2243186 h 3828006"/>
                <a:gd name="connsiteX119" fmla="*/ 1580163 w 6357997"/>
                <a:gd name="connsiteY119" fmla="*/ 2223044 h 3828006"/>
                <a:gd name="connsiteX120" fmla="*/ 1592639 w 6357997"/>
                <a:gd name="connsiteY120" fmla="*/ 2203206 h 3828006"/>
                <a:gd name="connsiteX121" fmla="*/ 1605076 w 6357997"/>
                <a:gd name="connsiteY121" fmla="*/ 2183610 h 3828006"/>
                <a:gd name="connsiteX122" fmla="*/ 1617501 w 6357997"/>
                <a:gd name="connsiteY122" fmla="*/ 2164255 h 3828006"/>
                <a:gd name="connsiteX123" fmla="*/ 1629939 w 6357997"/>
                <a:gd name="connsiteY123" fmla="*/ 2145358 h 3828006"/>
                <a:gd name="connsiteX124" fmla="*/ 1642415 w 6357997"/>
                <a:gd name="connsiteY124" fmla="*/ 2126752 h 3828006"/>
                <a:gd name="connsiteX125" fmla="*/ 1654852 w 6357997"/>
                <a:gd name="connsiteY125" fmla="*/ 2108502 h 3828006"/>
                <a:gd name="connsiteX126" fmla="*/ 1667277 w 6357997"/>
                <a:gd name="connsiteY126" fmla="*/ 2090583 h 3828006"/>
                <a:gd name="connsiteX127" fmla="*/ 1679715 w 6357997"/>
                <a:gd name="connsiteY127" fmla="*/ 2073031 h 3828006"/>
                <a:gd name="connsiteX128" fmla="*/ 1692140 w 6357997"/>
                <a:gd name="connsiteY128" fmla="*/ 2055912 h 3828006"/>
                <a:gd name="connsiteX129" fmla="*/ 1704615 w 6357997"/>
                <a:gd name="connsiteY129" fmla="*/ 2039147 h 3828006"/>
                <a:gd name="connsiteX130" fmla="*/ 1717053 w 6357997"/>
                <a:gd name="connsiteY130" fmla="*/ 2022625 h 3828006"/>
                <a:gd name="connsiteX131" fmla="*/ 1729478 w 6357997"/>
                <a:gd name="connsiteY131" fmla="*/ 2006445 h 3828006"/>
                <a:gd name="connsiteX132" fmla="*/ 1741916 w 6357997"/>
                <a:gd name="connsiteY132" fmla="*/ 1990672 h 3828006"/>
                <a:gd name="connsiteX133" fmla="*/ 1754392 w 6357997"/>
                <a:gd name="connsiteY133" fmla="*/ 1975152 h 3828006"/>
                <a:gd name="connsiteX134" fmla="*/ 1766829 w 6357997"/>
                <a:gd name="connsiteY134" fmla="*/ 1959823 h 3828006"/>
                <a:gd name="connsiteX135" fmla="*/ 1779254 w 6357997"/>
                <a:gd name="connsiteY135" fmla="*/ 1944736 h 3828006"/>
                <a:gd name="connsiteX136" fmla="*/ 1791692 w 6357997"/>
                <a:gd name="connsiteY136" fmla="*/ 1929801 h 3828006"/>
                <a:gd name="connsiteX137" fmla="*/ 1804167 w 6357997"/>
                <a:gd name="connsiteY137" fmla="*/ 1915018 h 3828006"/>
                <a:gd name="connsiteX138" fmla="*/ 1841455 w 6357997"/>
                <a:gd name="connsiteY138" fmla="*/ 1870822 h 3828006"/>
                <a:gd name="connsiteX139" fmla="*/ 1853893 w 6357997"/>
                <a:gd name="connsiteY139" fmla="*/ 1855988 h 3828006"/>
                <a:gd name="connsiteX140" fmla="*/ 1866369 w 6357997"/>
                <a:gd name="connsiteY140" fmla="*/ 1841002 h 3828006"/>
                <a:gd name="connsiteX141" fmla="*/ 1878806 w 6357997"/>
                <a:gd name="connsiteY141" fmla="*/ 1825775 h 3828006"/>
                <a:gd name="connsiteX142" fmla="*/ 1891231 w 6357997"/>
                <a:gd name="connsiteY142" fmla="*/ 1810294 h 3828006"/>
                <a:gd name="connsiteX143" fmla="*/ 1903669 w 6357997"/>
                <a:gd name="connsiteY143" fmla="*/ 1794469 h 3828006"/>
                <a:gd name="connsiteX144" fmla="*/ 1916144 w 6357997"/>
                <a:gd name="connsiteY144" fmla="*/ 1778150 h 3828006"/>
                <a:gd name="connsiteX145" fmla="*/ 1928569 w 6357997"/>
                <a:gd name="connsiteY145" fmla="*/ 1761386 h 3828006"/>
                <a:gd name="connsiteX146" fmla="*/ 1941007 w 6357997"/>
                <a:gd name="connsiteY146" fmla="*/ 1744114 h 3828006"/>
                <a:gd name="connsiteX147" fmla="*/ 1953432 w 6357997"/>
                <a:gd name="connsiteY147" fmla="*/ 1726359 h 3828006"/>
                <a:gd name="connsiteX148" fmla="*/ 1965920 w 6357997"/>
                <a:gd name="connsiteY148" fmla="*/ 1707855 h 3828006"/>
                <a:gd name="connsiteX149" fmla="*/ 1978345 w 6357997"/>
                <a:gd name="connsiteY149" fmla="*/ 1688704 h 3828006"/>
                <a:gd name="connsiteX150" fmla="*/ 1990783 w 6357997"/>
                <a:gd name="connsiteY150" fmla="*/ 1668854 h 3828006"/>
                <a:gd name="connsiteX151" fmla="*/ 2003208 w 6357997"/>
                <a:gd name="connsiteY151" fmla="*/ 1648369 h 3828006"/>
                <a:gd name="connsiteX152" fmla="*/ 2015646 w 6357997"/>
                <a:gd name="connsiteY152" fmla="*/ 1627134 h 3828006"/>
                <a:gd name="connsiteX153" fmla="*/ 2028121 w 6357997"/>
                <a:gd name="connsiteY153" fmla="*/ 1604960 h 3828006"/>
                <a:gd name="connsiteX154" fmla="*/ 2040546 w 6357997"/>
                <a:gd name="connsiteY154" fmla="*/ 1582138 h 3828006"/>
                <a:gd name="connsiteX155" fmla="*/ 2052984 w 6357997"/>
                <a:gd name="connsiteY155" fmla="*/ 1558529 h 3828006"/>
                <a:gd name="connsiteX156" fmla="*/ 2065409 w 6357997"/>
                <a:gd name="connsiteY156" fmla="*/ 1534272 h 3828006"/>
                <a:gd name="connsiteX157" fmla="*/ 2077897 w 6357997"/>
                <a:gd name="connsiteY157" fmla="*/ 1509113 h 3828006"/>
                <a:gd name="connsiteX158" fmla="*/ 2090322 w 6357997"/>
                <a:gd name="connsiteY158" fmla="*/ 1483218 h 3828006"/>
                <a:gd name="connsiteX159" fmla="*/ 2102760 w 6357997"/>
                <a:gd name="connsiteY159" fmla="*/ 1456675 h 3828006"/>
                <a:gd name="connsiteX160" fmla="*/ 2115185 w 6357997"/>
                <a:gd name="connsiteY160" fmla="*/ 1429547 h 3828006"/>
                <a:gd name="connsiteX161" fmla="*/ 2127673 w 6357997"/>
                <a:gd name="connsiteY161" fmla="*/ 1401760 h 3828006"/>
                <a:gd name="connsiteX162" fmla="*/ 2140098 w 6357997"/>
                <a:gd name="connsiteY162" fmla="*/ 1373337 h 3828006"/>
                <a:gd name="connsiteX163" fmla="*/ 2152523 w 6357997"/>
                <a:gd name="connsiteY163" fmla="*/ 1344458 h 3828006"/>
                <a:gd name="connsiteX164" fmla="*/ 2164961 w 6357997"/>
                <a:gd name="connsiteY164" fmla="*/ 1315146 h 3828006"/>
                <a:gd name="connsiteX165" fmla="*/ 2177386 w 6357997"/>
                <a:gd name="connsiteY165" fmla="*/ 1285479 h 3828006"/>
                <a:gd name="connsiteX166" fmla="*/ 2189874 w 6357997"/>
                <a:gd name="connsiteY166" fmla="*/ 1255367 h 3828006"/>
                <a:gd name="connsiteX167" fmla="*/ 2202299 w 6357997"/>
                <a:gd name="connsiteY167" fmla="*/ 1225001 h 3828006"/>
                <a:gd name="connsiteX168" fmla="*/ 2214737 w 6357997"/>
                <a:gd name="connsiteY168" fmla="*/ 1194445 h 3828006"/>
                <a:gd name="connsiteX169" fmla="*/ 2227162 w 6357997"/>
                <a:gd name="connsiteY169" fmla="*/ 1163686 h 3828006"/>
                <a:gd name="connsiteX170" fmla="*/ 2239650 w 6357997"/>
                <a:gd name="connsiteY170" fmla="*/ 1132876 h 3828006"/>
                <a:gd name="connsiteX171" fmla="*/ 2264513 w 6357997"/>
                <a:gd name="connsiteY171" fmla="*/ 1071166 h 3828006"/>
                <a:gd name="connsiteX172" fmla="*/ 2276938 w 6357997"/>
                <a:gd name="connsiteY172" fmla="*/ 1040356 h 3828006"/>
                <a:gd name="connsiteX173" fmla="*/ 2289363 w 6357997"/>
                <a:gd name="connsiteY173" fmla="*/ 1009648 h 3828006"/>
                <a:gd name="connsiteX174" fmla="*/ 2301851 w 6357997"/>
                <a:gd name="connsiteY174" fmla="*/ 979142 h 3828006"/>
                <a:gd name="connsiteX175" fmla="*/ 2314276 w 6357997"/>
                <a:gd name="connsiteY175" fmla="*/ 948827 h 3828006"/>
                <a:gd name="connsiteX176" fmla="*/ 2326714 w 6357997"/>
                <a:gd name="connsiteY176" fmla="*/ 918715 h 3828006"/>
                <a:gd name="connsiteX177" fmla="*/ 2339139 w 6357997"/>
                <a:gd name="connsiteY177" fmla="*/ 888807 h 3828006"/>
                <a:gd name="connsiteX178" fmla="*/ 2351627 w 6357997"/>
                <a:gd name="connsiteY178" fmla="*/ 859279 h 3828006"/>
                <a:gd name="connsiteX179" fmla="*/ 2364052 w 6357997"/>
                <a:gd name="connsiteY179" fmla="*/ 830019 h 3828006"/>
                <a:gd name="connsiteX180" fmla="*/ 2376490 w 6357997"/>
                <a:gd name="connsiteY180" fmla="*/ 801088 h 3828006"/>
                <a:gd name="connsiteX181" fmla="*/ 2388915 w 6357997"/>
                <a:gd name="connsiteY181" fmla="*/ 772513 h 3828006"/>
                <a:gd name="connsiteX182" fmla="*/ 2401390 w 6357997"/>
                <a:gd name="connsiteY182" fmla="*/ 744192 h 3828006"/>
                <a:gd name="connsiteX183" fmla="*/ 2413828 w 6357997"/>
                <a:gd name="connsiteY183" fmla="*/ 716354 h 3828006"/>
                <a:gd name="connsiteX184" fmla="*/ 2426253 w 6357997"/>
                <a:gd name="connsiteY184" fmla="*/ 688871 h 3828006"/>
                <a:gd name="connsiteX185" fmla="*/ 2438691 w 6357997"/>
                <a:gd name="connsiteY185" fmla="*/ 661744 h 3828006"/>
                <a:gd name="connsiteX186" fmla="*/ 2451116 w 6357997"/>
                <a:gd name="connsiteY186" fmla="*/ 634896 h 3828006"/>
                <a:gd name="connsiteX187" fmla="*/ 2463604 w 6357997"/>
                <a:gd name="connsiteY187" fmla="*/ 608505 h 3828006"/>
                <a:gd name="connsiteX188" fmla="*/ 2476029 w 6357997"/>
                <a:gd name="connsiteY188" fmla="*/ 582508 h 3828006"/>
                <a:gd name="connsiteX189" fmla="*/ 2488467 w 6357997"/>
                <a:gd name="connsiteY189" fmla="*/ 556816 h 3828006"/>
                <a:gd name="connsiteX190" fmla="*/ 2500892 w 6357997"/>
                <a:gd name="connsiteY190" fmla="*/ 531518 h 3828006"/>
                <a:gd name="connsiteX191" fmla="*/ 2513367 w 6357997"/>
                <a:gd name="connsiteY191" fmla="*/ 506562 h 3828006"/>
                <a:gd name="connsiteX192" fmla="*/ 2525805 w 6357997"/>
                <a:gd name="connsiteY192" fmla="*/ 482102 h 3828006"/>
                <a:gd name="connsiteX193" fmla="*/ 2538230 w 6357997"/>
                <a:gd name="connsiteY193" fmla="*/ 457998 h 3828006"/>
                <a:gd name="connsiteX194" fmla="*/ 2550668 w 6357997"/>
                <a:gd name="connsiteY194" fmla="*/ 434236 h 3828006"/>
                <a:gd name="connsiteX195" fmla="*/ 2563144 w 6357997"/>
                <a:gd name="connsiteY195" fmla="*/ 410868 h 3828006"/>
                <a:gd name="connsiteX196" fmla="*/ 2575581 w 6357997"/>
                <a:gd name="connsiteY196" fmla="*/ 387995 h 3828006"/>
                <a:gd name="connsiteX197" fmla="*/ 2588006 w 6357997"/>
                <a:gd name="connsiteY197" fmla="*/ 365516 h 3828006"/>
                <a:gd name="connsiteX198" fmla="*/ 2600444 w 6357997"/>
                <a:gd name="connsiteY198" fmla="*/ 343545 h 3828006"/>
                <a:gd name="connsiteX199" fmla="*/ 2612869 w 6357997"/>
                <a:gd name="connsiteY199" fmla="*/ 321968 h 3828006"/>
                <a:gd name="connsiteX200" fmla="*/ 2625344 w 6357997"/>
                <a:gd name="connsiteY200" fmla="*/ 300835 h 3828006"/>
                <a:gd name="connsiteX201" fmla="*/ 2637782 w 6357997"/>
                <a:gd name="connsiteY201" fmla="*/ 280337 h 3828006"/>
                <a:gd name="connsiteX202" fmla="*/ 2650207 w 6357997"/>
                <a:gd name="connsiteY202" fmla="*/ 260398 h 3828006"/>
                <a:gd name="connsiteX203" fmla="*/ 2662645 w 6357997"/>
                <a:gd name="connsiteY203" fmla="*/ 240902 h 3828006"/>
                <a:gd name="connsiteX204" fmla="*/ 2675120 w 6357997"/>
                <a:gd name="connsiteY204" fmla="*/ 222002 h 3828006"/>
                <a:gd name="connsiteX205" fmla="*/ 2687558 w 6357997"/>
                <a:gd name="connsiteY205" fmla="*/ 203796 h 3828006"/>
                <a:gd name="connsiteX206" fmla="*/ 2699983 w 6357997"/>
                <a:gd name="connsiteY206" fmla="*/ 186284 h 3828006"/>
                <a:gd name="connsiteX207" fmla="*/ 2712421 w 6357997"/>
                <a:gd name="connsiteY207" fmla="*/ 169316 h 3828006"/>
                <a:gd name="connsiteX208" fmla="*/ 2724896 w 6357997"/>
                <a:gd name="connsiteY208" fmla="*/ 153045 h 3828006"/>
                <a:gd name="connsiteX209" fmla="*/ 2737334 w 6357997"/>
                <a:gd name="connsiteY209" fmla="*/ 137467 h 3828006"/>
                <a:gd name="connsiteX210" fmla="*/ 2749759 w 6357997"/>
                <a:gd name="connsiteY210" fmla="*/ 122784 h 3828006"/>
                <a:gd name="connsiteX211" fmla="*/ 2762184 w 6357997"/>
                <a:gd name="connsiteY211" fmla="*/ 108793 h 3828006"/>
                <a:gd name="connsiteX212" fmla="*/ 2774622 w 6357997"/>
                <a:gd name="connsiteY212" fmla="*/ 95547 h 3828006"/>
                <a:gd name="connsiteX213" fmla="*/ 2787097 w 6357997"/>
                <a:gd name="connsiteY213" fmla="*/ 83045 h 3828006"/>
                <a:gd name="connsiteX214" fmla="*/ 2799535 w 6357997"/>
                <a:gd name="connsiteY214" fmla="*/ 71487 h 3828006"/>
                <a:gd name="connsiteX215" fmla="*/ 2811960 w 6357997"/>
                <a:gd name="connsiteY215" fmla="*/ 60820 h 3828006"/>
                <a:gd name="connsiteX216" fmla="*/ 2824398 w 6357997"/>
                <a:gd name="connsiteY216" fmla="*/ 50899 h 3828006"/>
                <a:gd name="connsiteX217" fmla="*/ 2836873 w 6357997"/>
                <a:gd name="connsiteY217" fmla="*/ 41770 h 3828006"/>
                <a:gd name="connsiteX218" fmla="*/ 2849311 w 6357997"/>
                <a:gd name="connsiteY218" fmla="*/ 33585 h 3828006"/>
                <a:gd name="connsiteX219" fmla="*/ 2861736 w 6357997"/>
                <a:gd name="connsiteY219" fmla="*/ 26392 h 3828006"/>
                <a:gd name="connsiteX220" fmla="*/ 2874161 w 6357997"/>
                <a:gd name="connsiteY220" fmla="*/ 19992 h 3828006"/>
                <a:gd name="connsiteX221" fmla="*/ 2886599 w 6357997"/>
                <a:gd name="connsiteY221" fmla="*/ 14436 h 3828006"/>
                <a:gd name="connsiteX222" fmla="*/ 2899074 w 6357997"/>
                <a:gd name="connsiteY222" fmla="*/ 9723 h 3828006"/>
                <a:gd name="connsiteX223" fmla="*/ 2911512 w 6357997"/>
                <a:gd name="connsiteY223" fmla="*/ 6053 h 3828006"/>
                <a:gd name="connsiteX224" fmla="*/ 2923937 w 6357997"/>
                <a:gd name="connsiteY224" fmla="*/ 3274 h 3828006"/>
                <a:gd name="connsiteX225" fmla="*/ 2936374 w 6357997"/>
                <a:gd name="connsiteY225" fmla="*/ 1340 h 3828006"/>
                <a:gd name="connsiteX226" fmla="*/ 2948850 w 6357997"/>
                <a:gd name="connsiteY226" fmla="*/ 198 h 3828006"/>
                <a:gd name="connsiteX227" fmla="*/ 2961288 w 6357997"/>
                <a:gd name="connsiteY227" fmla="*/ 0 h 3828006"/>
                <a:gd name="connsiteX228" fmla="*/ 2973713 w 6357997"/>
                <a:gd name="connsiteY228" fmla="*/ 843 h 3828006"/>
                <a:gd name="connsiteX229" fmla="*/ 2986138 w 6357997"/>
                <a:gd name="connsiteY229" fmla="*/ 2480 h 3828006"/>
                <a:gd name="connsiteX230" fmla="*/ 2998626 w 6357997"/>
                <a:gd name="connsiteY230" fmla="*/ 4911 h 3828006"/>
                <a:gd name="connsiteX231" fmla="*/ 3011051 w 6357997"/>
                <a:gd name="connsiteY231" fmla="*/ 8185 h 3828006"/>
                <a:gd name="connsiteX232" fmla="*/ 3023489 w 6357997"/>
                <a:gd name="connsiteY232" fmla="*/ 12502 h 3828006"/>
                <a:gd name="connsiteX233" fmla="*/ 3035914 w 6357997"/>
                <a:gd name="connsiteY233" fmla="*/ 17710 h 3828006"/>
                <a:gd name="connsiteX234" fmla="*/ 3048351 w 6357997"/>
                <a:gd name="connsiteY234" fmla="*/ 23664 h 3828006"/>
                <a:gd name="connsiteX235" fmla="*/ 3060827 w 6357997"/>
                <a:gd name="connsiteY235" fmla="*/ 30410 h 3828006"/>
                <a:gd name="connsiteX236" fmla="*/ 3073265 w 6357997"/>
                <a:gd name="connsiteY236" fmla="*/ 38100 h 3828006"/>
                <a:gd name="connsiteX237" fmla="*/ 3085690 w 6357997"/>
                <a:gd name="connsiteY237" fmla="*/ 46732 h 3828006"/>
                <a:gd name="connsiteX238" fmla="*/ 3098127 w 6357997"/>
                <a:gd name="connsiteY238" fmla="*/ 56158 h 3828006"/>
                <a:gd name="connsiteX239" fmla="*/ 3110603 w 6357997"/>
                <a:gd name="connsiteY239" fmla="*/ 66327 h 3828006"/>
                <a:gd name="connsiteX240" fmla="*/ 3123028 w 6357997"/>
                <a:gd name="connsiteY240" fmla="*/ 77291 h 3828006"/>
                <a:gd name="connsiteX241" fmla="*/ 3135466 w 6357997"/>
                <a:gd name="connsiteY241" fmla="*/ 89296 h 3828006"/>
                <a:gd name="connsiteX242" fmla="*/ 3147891 w 6357997"/>
                <a:gd name="connsiteY242" fmla="*/ 101996 h 3828006"/>
                <a:gd name="connsiteX243" fmla="*/ 3160379 w 6357997"/>
                <a:gd name="connsiteY243" fmla="*/ 115490 h 3828006"/>
                <a:gd name="connsiteX244" fmla="*/ 3172804 w 6357997"/>
                <a:gd name="connsiteY244" fmla="*/ 129678 h 3828006"/>
                <a:gd name="connsiteX245" fmla="*/ 3185242 w 6357997"/>
                <a:gd name="connsiteY245" fmla="*/ 144661 h 3828006"/>
                <a:gd name="connsiteX246" fmla="*/ 3197667 w 6357997"/>
                <a:gd name="connsiteY246" fmla="*/ 160536 h 3828006"/>
                <a:gd name="connsiteX247" fmla="*/ 3210104 w 6357997"/>
                <a:gd name="connsiteY247" fmla="*/ 177006 h 3828006"/>
                <a:gd name="connsiteX248" fmla="*/ 3222580 w 6357997"/>
                <a:gd name="connsiteY248" fmla="*/ 194170 h 3828006"/>
                <a:gd name="connsiteX249" fmla="*/ 3235005 w 6357997"/>
                <a:gd name="connsiteY249" fmla="*/ 211931 h 3828006"/>
                <a:gd name="connsiteX250" fmla="*/ 3247443 w 6357997"/>
                <a:gd name="connsiteY250" fmla="*/ 230534 h 3828006"/>
                <a:gd name="connsiteX251" fmla="*/ 3259868 w 6357997"/>
                <a:gd name="connsiteY251" fmla="*/ 249683 h 3828006"/>
                <a:gd name="connsiteX252" fmla="*/ 3272356 w 6357997"/>
                <a:gd name="connsiteY252" fmla="*/ 269377 h 3828006"/>
                <a:gd name="connsiteX253" fmla="*/ 3284781 w 6357997"/>
                <a:gd name="connsiteY253" fmla="*/ 289570 h 3828006"/>
                <a:gd name="connsiteX254" fmla="*/ 3297219 w 6357997"/>
                <a:gd name="connsiteY254" fmla="*/ 310309 h 3828006"/>
                <a:gd name="connsiteX255" fmla="*/ 3309644 w 6357997"/>
                <a:gd name="connsiteY255" fmla="*/ 331594 h 3828006"/>
                <a:gd name="connsiteX256" fmla="*/ 3322119 w 6357997"/>
                <a:gd name="connsiteY256" fmla="*/ 353273 h 3828006"/>
                <a:gd name="connsiteX257" fmla="*/ 3334557 w 6357997"/>
                <a:gd name="connsiteY257" fmla="*/ 375244 h 3828006"/>
                <a:gd name="connsiteX258" fmla="*/ 3346982 w 6357997"/>
                <a:gd name="connsiteY258" fmla="*/ 397622 h 3828006"/>
                <a:gd name="connsiteX259" fmla="*/ 3359420 w 6357997"/>
                <a:gd name="connsiteY259" fmla="*/ 420342 h 3828006"/>
                <a:gd name="connsiteX260" fmla="*/ 3371845 w 6357997"/>
                <a:gd name="connsiteY260" fmla="*/ 443304 h 3828006"/>
                <a:gd name="connsiteX261" fmla="*/ 3384333 w 6357997"/>
                <a:gd name="connsiteY261" fmla="*/ 466481 h 3828006"/>
                <a:gd name="connsiteX262" fmla="*/ 3396758 w 6357997"/>
                <a:gd name="connsiteY262" fmla="*/ 489798 h 3828006"/>
                <a:gd name="connsiteX263" fmla="*/ 3409195 w 6357997"/>
                <a:gd name="connsiteY263" fmla="*/ 513255 h 3828006"/>
                <a:gd name="connsiteX264" fmla="*/ 3421621 w 6357997"/>
                <a:gd name="connsiteY264" fmla="*/ 536826 h 3828006"/>
                <a:gd name="connsiteX265" fmla="*/ 3434109 w 6357997"/>
                <a:gd name="connsiteY265" fmla="*/ 560385 h 3828006"/>
                <a:gd name="connsiteX266" fmla="*/ 3446534 w 6357997"/>
                <a:gd name="connsiteY266" fmla="*/ 584007 h 3828006"/>
                <a:gd name="connsiteX267" fmla="*/ 3458959 w 6357997"/>
                <a:gd name="connsiteY267" fmla="*/ 607565 h 3828006"/>
                <a:gd name="connsiteX268" fmla="*/ 3471397 w 6357997"/>
                <a:gd name="connsiteY268" fmla="*/ 631086 h 3828006"/>
                <a:gd name="connsiteX269" fmla="*/ 3483822 w 6357997"/>
                <a:gd name="connsiteY269" fmla="*/ 654492 h 3828006"/>
                <a:gd name="connsiteX270" fmla="*/ 3496310 w 6357997"/>
                <a:gd name="connsiteY270" fmla="*/ 677809 h 3828006"/>
                <a:gd name="connsiteX271" fmla="*/ 3508735 w 6357997"/>
                <a:gd name="connsiteY271" fmla="*/ 701025 h 3828006"/>
                <a:gd name="connsiteX272" fmla="*/ 3521172 w 6357997"/>
                <a:gd name="connsiteY272" fmla="*/ 724050 h 3828006"/>
                <a:gd name="connsiteX273" fmla="*/ 3533598 w 6357997"/>
                <a:gd name="connsiteY273" fmla="*/ 746872 h 3828006"/>
                <a:gd name="connsiteX274" fmla="*/ 3546086 w 6357997"/>
                <a:gd name="connsiteY274" fmla="*/ 769541 h 3828006"/>
                <a:gd name="connsiteX275" fmla="*/ 3558511 w 6357997"/>
                <a:gd name="connsiteY275" fmla="*/ 792008 h 3828006"/>
                <a:gd name="connsiteX276" fmla="*/ 3570948 w 6357997"/>
                <a:gd name="connsiteY276" fmla="*/ 814283 h 3828006"/>
                <a:gd name="connsiteX277" fmla="*/ 3583373 w 6357997"/>
                <a:gd name="connsiteY277" fmla="*/ 836318 h 3828006"/>
                <a:gd name="connsiteX278" fmla="*/ 3595849 w 6357997"/>
                <a:gd name="connsiteY278" fmla="*/ 858187 h 3828006"/>
                <a:gd name="connsiteX279" fmla="*/ 3608287 w 6357997"/>
                <a:gd name="connsiteY279" fmla="*/ 879917 h 3828006"/>
                <a:gd name="connsiteX280" fmla="*/ 3620712 w 6357997"/>
                <a:gd name="connsiteY280" fmla="*/ 901456 h 3828006"/>
                <a:gd name="connsiteX281" fmla="*/ 3633149 w 6357997"/>
                <a:gd name="connsiteY281" fmla="*/ 922830 h 3828006"/>
                <a:gd name="connsiteX282" fmla="*/ 3645574 w 6357997"/>
                <a:gd name="connsiteY282" fmla="*/ 944065 h 3828006"/>
                <a:gd name="connsiteX283" fmla="*/ 3658063 w 6357997"/>
                <a:gd name="connsiteY283" fmla="*/ 965198 h 3828006"/>
                <a:gd name="connsiteX284" fmla="*/ 3670488 w 6357997"/>
                <a:gd name="connsiteY284" fmla="*/ 986229 h 3828006"/>
                <a:gd name="connsiteX285" fmla="*/ 3682925 w 6357997"/>
                <a:gd name="connsiteY285" fmla="*/ 1007222 h 3828006"/>
                <a:gd name="connsiteX286" fmla="*/ 3695350 w 6357997"/>
                <a:gd name="connsiteY286" fmla="*/ 1028151 h 3828006"/>
                <a:gd name="connsiteX287" fmla="*/ 3707826 w 6357997"/>
                <a:gd name="connsiteY287" fmla="*/ 1049145 h 3828006"/>
                <a:gd name="connsiteX288" fmla="*/ 3720264 w 6357997"/>
                <a:gd name="connsiteY288" fmla="*/ 1070125 h 3828006"/>
                <a:gd name="connsiteX289" fmla="*/ 3732689 w 6357997"/>
                <a:gd name="connsiteY289" fmla="*/ 1091156 h 3828006"/>
                <a:gd name="connsiteX290" fmla="*/ 3745126 w 6357997"/>
                <a:gd name="connsiteY290" fmla="*/ 1112340 h 3828006"/>
                <a:gd name="connsiteX291" fmla="*/ 3757602 w 6357997"/>
                <a:gd name="connsiteY291" fmla="*/ 1133676 h 3828006"/>
                <a:gd name="connsiteX292" fmla="*/ 3770040 w 6357997"/>
                <a:gd name="connsiteY292" fmla="*/ 1155151 h 3828006"/>
                <a:gd name="connsiteX293" fmla="*/ 3782465 w 6357997"/>
                <a:gd name="connsiteY293" fmla="*/ 1176830 h 3828006"/>
                <a:gd name="connsiteX294" fmla="*/ 3794902 w 6357997"/>
                <a:gd name="connsiteY294" fmla="*/ 1198763 h 3828006"/>
                <a:gd name="connsiteX295" fmla="*/ 3807327 w 6357997"/>
                <a:gd name="connsiteY295" fmla="*/ 1220988 h 3828006"/>
                <a:gd name="connsiteX296" fmla="*/ 3819803 w 6357997"/>
                <a:gd name="connsiteY296" fmla="*/ 1243505 h 3828006"/>
                <a:gd name="connsiteX297" fmla="*/ 3832241 w 6357997"/>
                <a:gd name="connsiteY297" fmla="*/ 1266327 h 3828006"/>
                <a:gd name="connsiteX298" fmla="*/ 3844666 w 6357997"/>
                <a:gd name="connsiteY298" fmla="*/ 1289492 h 3828006"/>
                <a:gd name="connsiteX299" fmla="*/ 3857103 w 6357997"/>
                <a:gd name="connsiteY299" fmla="*/ 1313165 h 3828006"/>
                <a:gd name="connsiteX300" fmla="*/ 3869579 w 6357997"/>
                <a:gd name="connsiteY300" fmla="*/ 1337168 h 3828006"/>
                <a:gd name="connsiteX301" fmla="*/ 3882017 w 6357997"/>
                <a:gd name="connsiteY301" fmla="*/ 1361577 h 3828006"/>
                <a:gd name="connsiteX302" fmla="*/ 3894442 w 6357997"/>
                <a:gd name="connsiteY302" fmla="*/ 1386380 h 3828006"/>
                <a:gd name="connsiteX303" fmla="*/ 3906879 w 6357997"/>
                <a:gd name="connsiteY303" fmla="*/ 1411679 h 3828006"/>
                <a:gd name="connsiteX304" fmla="*/ 3919355 w 6357997"/>
                <a:gd name="connsiteY304" fmla="*/ 1437536 h 3828006"/>
                <a:gd name="connsiteX305" fmla="*/ 3931780 w 6357997"/>
                <a:gd name="connsiteY305" fmla="*/ 1463774 h 3828006"/>
                <a:gd name="connsiteX306" fmla="*/ 3944218 w 6357997"/>
                <a:gd name="connsiteY306" fmla="*/ 1490470 h 3828006"/>
                <a:gd name="connsiteX307" fmla="*/ 3956643 w 6357997"/>
                <a:gd name="connsiteY307" fmla="*/ 1517546 h 3828006"/>
                <a:gd name="connsiteX308" fmla="*/ 3969080 w 6357997"/>
                <a:gd name="connsiteY308" fmla="*/ 1545232 h 3828006"/>
                <a:gd name="connsiteX309" fmla="*/ 3981556 w 6357997"/>
                <a:gd name="connsiteY309" fmla="*/ 1573362 h 3828006"/>
                <a:gd name="connsiteX310" fmla="*/ 3993993 w 6357997"/>
                <a:gd name="connsiteY310" fmla="*/ 1601836 h 3828006"/>
                <a:gd name="connsiteX311" fmla="*/ 4006419 w 6357997"/>
                <a:gd name="connsiteY311" fmla="*/ 1630716 h 3828006"/>
                <a:gd name="connsiteX312" fmla="*/ 4018856 w 6357997"/>
                <a:gd name="connsiteY312" fmla="*/ 1660027 h 3828006"/>
                <a:gd name="connsiteX313" fmla="*/ 4031332 w 6357997"/>
                <a:gd name="connsiteY313" fmla="*/ 1689745 h 3828006"/>
                <a:gd name="connsiteX314" fmla="*/ 4043757 w 6357997"/>
                <a:gd name="connsiteY314" fmla="*/ 1719806 h 3828006"/>
                <a:gd name="connsiteX315" fmla="*/ 4056195 w 6357997"/>
                <a:gd name="connsiteY315" fmla="*/ 1750121 h 3828006"/>
                <a:gd name="connsiteX316" fmla="*/ 4068620 w 6357997"/>
                <a:gd name="connsiteY316" fmla="*/ 1780677 h 3828006"/>
                <a:gd name="connsiteX317" fmla="*/ 4081057 w 6357997"/>
                <a:gd name="connsiteY317" fmla="*/ 1811589 h 3828006"/>
                <a:gd name="connsiteX318" fmla="*/ 4093533 w 6357997"/>
                <a:gd name="connsiteY318" fmla="*/ 1842640 h 3828006"/>
                <a:gd name="connsiteX319" fmla="*/ 4105970 w 6357997"/>
                <a:gd name="connsiteY319" fmla="*/ 1873844 h 3828006"/>
                <a:gd name="connsiteX320" fmla="*/ 4118396 w 6357997"/>
                <a:gd name="connsiteY320" fmla="*/ 1905150 h 3828006"/>
                <a:gd name="connsiteX321" fmla="*/ 4130833 w 6357997"/>
                <a:gd name="connsiteY321" fmla="*/ 1936506 h 3828006"/>
                <a:gd name="connsiteX322" fmla="*/ 4143309 w 6357997"/>
                <a:gd name="connsiteY322" fmla="*/ 1967901 h 3828006"/>
                <a:gd name="connsiteX323" fmla="*/ 4155734 w 6357997"/>
                <a:gd name="connsiteY323" fmla="*/ 1999257 h 3828006"/>
                <a:gd name="connsiteX324" fmla="*/ 4168171 w 6357997"/>
                <a:gd name="connsiteY324" fmla="*/ 2030562 h 3828006"/>
                <a:gd name="connsiteX325" fmla="*/ 4180597 w 6357997"/>
                <a:gd name="connsiteY325" fmla="*/ 2061715 h 3828006"/>
                <a:gd name="connsiteX326" fmla="*/ 4193085 w 6357997"/>
                <a:gd name="connsiteY326" fmla="*/ 2092678 h 3828006"/>
                <a:gd name="connsiteX327" fmla="*/ 4205510 w 6357997"/>
                <a:gd name="connsiteY327" fmla="*/ 2123374 h 3828006"/>
                <a:gd name="connsiteX328" fmla="*/ 4217947 w 6357997"/>
                <a:gd name="connsiteY328" fmla="*/ 2153892 h 3828006"/>
                <a:gd name="connsiteX329" fmla="*/ 4230373 w 6357997"/>
                <a:gd name="connsiteY329" fmla="*/ 2184055 h 3828006"/>
                <a:gd name="connsiteX330" fmla="*/ 4242810 w 6357997"/>
                <a:gd name="connsiteY330" fmla="*/ 2213773 h 3828006"/>
                <a:gd name="connsiteX331" fmla="*/ 4255286 w 6357997"/>
                <a:gd name="connsiteY331" fmla="*/ 2243084 h 3828006"/>
                <a:gd name="connsiteX332" fmla="*/ 4267723 w 6357997"/>
                <a:gd name="connsiteY332" fmla="*/ 2271964 h 3828006"/>
                <a:gd name="connsiteX333" fmla="*/ 4280149 w 6357997"/>
                <a:gd name="connsiteY333" fmla="*/ 2300387 h 3828006"/>
                <a:gd name="connsiteX334" fmla="*/ 4292574 w 6357997"/>
                <a:gd name="connsiteY334" fmla="*/ 2328314 h 3828006"/>
                <a:gd name="connsiteX335" fmla="*/ 4305062 w 6357997"/>
                <a:gd name="connsiteY335" fmla="*/ 2355555 h 3828006"/>
                <a:gd name="connsiteX336" fmla="*/ 4317487 w 6357997"/>
                <a:gd name="connsiteY336" fmla="*/ 2382238 h 3828006"/>
                <a:gd name="connsiteX337" fmla="*/ 4329924 w 6357997"/>
                <a:gd name="connsiteY337" fmla="*/ 2408337 h 3828006"/>
                <a:gd name="connsiteX338" fmla="*/ 4342350 w 6357997"/>
                <a:gd name="connsiteY338" fmla="*/ 2433889 h 3828006"/>
                <a:gd name="connsiteX339" fmla="*/ 4354838 w 6357997"/>
                <a:gd name="connsiteY339" fmla="*/ 2458692 h 3828006"/>
                <a:gd name="connsiteX340" fmla="*/ 4367263 w 6357997"/>
                <a:gd name="connsiteY340" fmla="*/ 2482797 h 3828006"/>
                <a:gd name="connsiteX341" fmla="*/ 4379700 w 6357997"/>
                <a:gd name="connsiteY341" fmla="*/ 2506317 h 3828006"/>
                <a:gd name="connsiteX342" fmla="*/ 4392125 w 6357997"/>
                <a:gd name="connsiteY342" fmla="*/ 2529190 h 3828006"/>
                <a:gd name="connsiteX343" fmla="*/ 4404563 w 6357997"/>
                <a:gd name="connsiteY343" fmla="*/ 2551466 h 3828006"/>
                <a:gd name="connsiteX344" fmla="*/ 4417039 w 6357997"/>
                <a:gd name="connsiteY344" fmla="*/ 2572891 h 3828006"/>
                <a:gd name="connsiteX345" fmla="*/ 4429464 w 6357997"/>
                <a:gd name="connsiteY345" fmla="*/ 2593731 h 3828006"/>
                <a:gd name="connsiteX346" fmla="*/ 4441901 w 6357997"/>
                <a:gd name="connsiteY346" fmla="*/ 2614013 h 3828006"/>
                <a:gd name="connsiteX347" fmla="*/ 4454326 w 6357997"/>
                <a:gd name="connsiteY347" fmla="*/ 2633762 h 3828006"/>
                <a:gd name="connsiteX348" fmla="*/ 4466815 w 6357997"/>
                <a:gd name="connsiteY348" fmla="*/ 2652812 h 3828006"/>
                <a:gd name="connsiteX349" fmla="*/ 4479240 w 6357997"/>
                <a:gd name="connsiteY349" fmla="*/ 2671265 h 3828006"/>
                <a:gd name="connsiteX350" fmla="*/ 4491677 w 6357997"/>
                <a:gd name="connsiteY350" fmla="*/ 2689223 h 3828006"/>
                <a:gd name="connsiteX351" fmla="*/ 4504102 w 6357997"/>
                <a:gd name="connsiteY351" fmla="*/ 2706787 h 3828006"/>
                <a:gd name="connsiteX352" fmla="*/ 4516578 w 6357997"/>
                <a:gd name="connsiteY352" fmla="*/ 2723805 h 3828006"/>
                <a:gd name="connsiteX353" fmla="*/ 4529016 w 6357997"/>
                <a:gd name="connsiteY353" fmla="*/ 2740327 h 3828006"/>
                <a:gd name="connsiteX354" fmla="*/ 4541441 w 6357997"/>
                <a:gd name="connsiteY354" fmla="*/ 2756444 h 3828006"/>
                <a:gd name="connsiteX355" fmla="*/ 4553878 w 6357997"/>
                <a:gd name="connsiteY355" fmla="*/ 2772268 h 3828006"/>
                <a:gd name="connsiteX356" fmla="*/ 4566303 w 6357997"/>
                <a:gd name="connsiteY356" fmla="*/ 2787749 h 3828006"/>
                <a:gd name="connsiteX357" fmla="*/ 4578792 w 6357997"/>
                <a:gd name="connsiteY357" fmla="*/ 2802824 h 3828006"/>
                <a:gd name="connsiteX358" fmla="*/ 4591217 w 6357997"/>
                <a:gd name="connsiteY358" fmla="*/ 2817658 h 3828006"/>
                <a:gd name="connsiteX359" fmla="*/ 4603654 w 6357997"/>
                <a:gd name="connsiteY359" fmla="*/ 2832301 h 3828006"/>
                <a:gd name="connsiteX360" fmla="*/ 4616079 w 6357997"/>
                <a:gd name="connsiteY360" fmla="*/ 2846690 h 3828006"/>
                <a:gd name="connsiteX361" fmla="*/ 4628555 w 6357997"/>
                <a:gd name="connsiteY361" fmla="*/ 2860876 h 3828006"/>
                <a:gd name="connsiteX362" fmla="*/ 4640993 w 6357997"/>
                <a:gd name="connsiteY362" fmla="*/ 2874859 h 3828006"/>
                <a:gd name="connsiteX363" fmla="*/ 4653418 w 6357997"/>
                <a:gd name="connsiteY363" fmla="*/ 2888752 h 3828006"/>
                <a:gd name="connsiteX364" fmla="*/ 4665855 w 6357997"/>
                <a:gd name="connsiteY364" fmla="*/ 2902494 h 3828006"/>
                <a:gd name="connsiteX365" fmla="*/ 4678280 w 6357997"/>
                <a:gd name="connsiteY365" fmla="*/ 2916083 h 3828006"/>
                <a:gd name="connsiteX366" fmla="*/ 4690769 w 6357997"/>
                <a:gd name="connsiteY366" fmla="*/ 2929634 h 3828006"/>
                <a:gd name="connsiteX367" fmla="*/ 4703194 w 6357997"/>
                <a:gd name="connsiteY367" fmla="*/ 2943032 h 3828006"/>
                <a:gd name="connsiteX368" fmla="*/ 4715631 w 6357997"/>
                <a:gd name="connsiteY368" fmla="*/ 2956367 h 3828006"/>
                <a:gd name="connsiteX369" fmla="*/ 4728056 w 6357997"/>
                <a:gd name="connsiteY369" fmla="*/ 2969613 h 3828006"/>
                <a:gd name="connsiteX370" fmla="*/ 4740544 w 6357997"/>
                <a:gd name="connsiteY370" fmla="*/ 2982809 h 3828006"/>
                <a:gd name="connsiteX371" fmla="*/ 4752970 w 6357997"/>
                <a:gd name="connsiteY371" fmla="*/ 2995915 h 3828006"/>
                <a:gd name="connsiteX372" fmla="*/ 4765395 w 6357997"/>
                <a:gd name="connsiteY372" fmla="*/ 3008958 h 3828006"/>
                <a:gd name="connsiteX373" fmla="*/ 4777832 w 6357997"/>
                <a:gd name="connsiteY373" fmla="*/ 3021899 h 3828006"/>
                <a:gd name="connsiteX374" fmla="*/ 4790308 w 6357997"/>
                <a:gd name="connsiteY374" fmla="*/ 3034802 h 3828006"/>
                <a:gd name="connsiteX375" fmla="*/ 4802745 w 6357997"/>
                <a:gd name="connsiteY375" fmla="*/ 3047604 h 3828006"/>
                <a:gd name="connsiteX376" fmla="*/ 4815171 w 6357997"/>
                <a:gd name="connsiteY376" fmla="*/ 3060304 h 3828006"/>
                <a:gd name="connsiteX377" fmla="*/ 4827608 w 6357997"/>
                <a:gd name="connsiteY377" fmla="*/ 3072902 h 3828006"/>
                <a:gd name="connsiteX378" fmla="*/ 4840033 w 6357997"/>
                <a:gd name="connsiteY378" fmla="*/ 3085399 h 3828006"/>
                <a:gd name="connsiteX379" fmla="*/ 4852521 w 6357997"/>
                <a:gd name="connsiteY379" fmla="*/ 3097807 h 3828006"/>
                <a:gd name="connsiteX380" fmla="*/ 4864947 w 6357997"/>
                <a:gd name="connsiteY380" fmla="*/ 3110062 h 3828006"/>
                <a:gd name="connsiteX381" fmla="*/ 4877372 w 6357997"/>
                <a:gd name="connsiteY381" fmla="*/ 3122216 h 3828006"/>
                <a:gd name="connsiteX382" fmla="*/ 4889809 w 6357997"/>
                <a:gd name="connsiteY382" fmla="*/ 3134218 h 3828006"/>
                <a:gd name="connsiteX383" fmla="*/ 4902285 w 6357997"/>
                <a:gd name="connsiteY383" fmla="*/ 3146080 h 3828006"/>
                <a:gd name="connsiteX384" fmla="*/ 4914722 w 6357997"/>
                <a:gd name="connsiteY384" fmla="*/ 3157789 h 3828006"/>
                <a:gd name="connsiteX385" fmla="*/ 4927148 w 6357997"/>
                <a:gd name="connsiteY385" fmla="*/ 3169346 h 3828006"/>
                <a:gd name="connsiteX386" fmla="*/ 4939585 w 6357997"/>
                <a:gd name="connsiteY386" fmla="*/ 3180751 h 3828006"/>
                <a:gd name="connsiteX387" fmla="*/ 4952061 w 6357997"/>
                <a:gd name="connsiteY387" fmla="*/ 3192016 h 3828006"/>
                <a:gd name="connsiteX388" fmla="*/ 4964498 w 6357997"/>
                <a:gd name="connsiteY388" fmla="*/ 3203077 h 3828006"/>
                <a:gd name="connsiteX389" fmla="*/ 4976923 w 6357997"/>
                <a:gd name="connsiteY389" fmla="*/ 3213948 h 3828006"/>
                <a:gd name="connsiteX390" fmla="*/ 4989349 w 6357997"/>
                <a:gd name="connsiteY390" fmla="*/ 3224655 h 3828006"/>
                <a:gd name="connsiteX391" fmla="*/ 5001786 w 6357997"/>
                <a:gd name="connsiteY391" fmla="*/ 3235221 h 3828006"/>
                <a:gd name="connsiteX392" fmla="*/ 5014262 w 6357997"/>
                <a:gd name="connsiteY392" fmla="*/ 3245597 h 3828006"/>
                <a:gd name="connsiteX393" fmla="*/ 5026699 w 6357997"/>
                <a:gd name="connsiteY393" fmla="*/ 3255769 h 3828006"/>
                <a:gd name="connsiteX394" fmla="*/ 5039124 w 6357997"/>
                <a:gd name="connsiteY394" fmla="*/ 3265739 h 3828006"/>
                <a:gd name="connsiteX395" fmla="*/ 5051562 w 6357997"/>
                <a:gd name="connsiteY395" fmla="*/ 3275556 h 3828006"/>
                <a:gd name="connsiteX396" fmla="*/ 5064038 w 6357997"/>
                <a:gd name="connsiteY396" fmla="*/ 3285183 h 3828006"/>
                <a:gd name="connsiteX397" fmla="*/ 5076475 w 6357997"/>
                <a:gd name="connsiteY397" fmla="*/ 3294606 h 3828006"/>
                <a:gd name="connsiteX398" fmla="*/ 5088900 w 6357997"/>
                <a:gd name="connsiteY398" fmla="*/ 3303788 h 3828006"/>
                <a:gd name="connsiteX399" fmla="*/ 5101338 w 6357997"/>
                <a:gd name="connsiteY399" fmla="*/ 3312818 h 3828006"/>
                <a:gd name="connsiteX400" fmla="*/ 5113814 w 6357997"/>
                <a:gd name="connsiteY400" fmla="*/ 3321695 h 3828006"/>
                <a:gd name="connsiteX401" fmla="*/ 5126239 w 6357997"/>
                <a:gd name="connsiteY401" fmla="*/ 3330382 h 3828006"/>
                <a:gd name="connsiteX402" fmla="*/ 5138676 w 6357997"/>
                <a:gd name="connsiteY402" fmla="*/ 3338815 h 3828006"/>
                <a:gd name="connsiteX403" fmla="*/ 5151101 w 6357997"/>
                <a:gd name="connsiteY403" fmla="*/ 3347095 h 3828006"/>
                <a:gd name="connsiteX404" fmla="*/ 5163539 w 6357997"/>
                <a:gd name="connsiteY404" fmla="*/ 3355236 h 3828006"/>
                <a:gd name="connsiteX405" fmla="*/ 5176015 w 6357997"/>
                <a:gd name="connsiteY405" fmla="*/ 3363173 h 3828006"/>
                <a:gd name="connsiteX406" fmla="*/ 5188452 w 6357997"/>
                <a:gd name="connsiteY406" fmla="*/ 3370908 h 3828006"/>
                <a:gd name="connsiteX407" fmla="*/ 5200877 w 6357997"/>
                <a:gd name="connsiteY407" fmla="*/ 3378451 h 3828006"/>
                <a:gd name="connsiteX408" fmla="*/ 5213315 w 6357997"/>
                <a:gd name="connsiteY408" fmla="*/ 3385843 h 3828006"/>
                <a:gd name="connsiteX409" fmla="*/ 5225791 w 6357997"/>
                <a:gd name="connsiteY409" fmla="*/ 3393082 h 3828006"/>
                <a:gd name="connsiteX410" fmla="*/ 5238216 w 6357997"/>
                <a:gd name="connsiteY410" fmla="*/ 3400130 h 3828006"/>
                <a:gd name="connsiteX411" fmla="*/ 5250653 w 6357997"/>
                <a:gd name="connsiteY411" fmla="*/ 3407026 h 3828006"/>
                <a:gd name="connsiteX412" fmla="*/ 5263078 w 6357997"/>
                <a:gd name="connsiteY412" fmla="*/ 3413821 h 3828006"/>
                <a:gd name="connsiteX413" fmla="*/ 5275516 w 6357997"/>
                <a:gd name="connsiteY413" fmla="*/ 3420463 h 3828006"/>
                <a:gd name="connsiteX414" fmla="*/ 5287992 w 6357997"/>
                <a:gd name="connsiteY414" fmla="*/ 3426966 h 3828006"/>
                <a:gd name="connsiteX415" fmla="*/ 5300429 w 6357997"/>
                <a:gd name="connsiteY415" fmla="*/ 3433366 h 3828006"/>
                <a:gd name="connsiteX416" fmla="*/ 5312854 w 6357997"/>
                <a:gd name="connsiteY416" fmla="*/ 3439666 h 3828006"/>
                <a:gd name="connsiteX417" fmla="*/ 5325292 w 6357997"/>
                <a:gd name="connsiteY417" fmla="*/ 3445863 h 3828006"/>
                <a:gd name="connsiteX418" fmla="*/ 5337768 w 6357997"/>
                <a:gd name="connsiteY418" fmla="*/ 3451972 h 3828006"/>
                <a:gd name="connsiteX419" fmla="*/ 5350193 w 6357997"/>
                <a:gd name="connsiteY419" fmla="*/ 3458017 h 3828006"/>
                <a:gd name="connsiteX420" fmla="*/ 5375055 w 6357997"/>
                <a:gd name="connsiteY420" fmla="*/ 3470031 h 3828006"/>
                <a:gd name="connsiteX421" fmla="*/ 5387543 w 6357997"/>
                <a:gd name="connsiteY421" fmla="*/ 3475975 h 3828006"/>
                <a:gd name="connsiteX422" fmla="*/ 5424831 w 6357997"/>
                <a:gd name="connsiteY422" fmla="*/ 3493844 h 3828006"/>
                <a:gd name="connsiteX423" fmla="*/ 5437269 w 6357997"/>
                <a:gd name="connsiteY423" fmla="*/ 3499838 h 3828006"/>
                <a:gd name="connsiteX424" fmla="*/ 5449745 w 6357997"/>
                <a:gd name="connsiteY424" fmla="*/ 3505896 h 3828006"/>
                <a:gd name="connsiteX425" fmla="*/ 5462170 w 6357997"/>
                <a:gd name="connsiteY425" fmla="*/ 3511941 h 3828006"/>
                <a:gd name="connsiteX426" fmla="*/ 5474607 w 6357997"/>
                <a:gd name="connsiteY426" fmla="*/ 3518151 h 3828006"/>
                <a:gd name="connsiteX427" fmla="*/ 5487032 w 6357997"/>
                <a:gd name="connsiteY427" fmla="*/ 3524400 h 3828006"/>
                <a:gd name="connsiteX428" fmla="*/ 5499520 w 6357997"/>
                <a:gd name="connsiteY428" fmla="*/ 3530699 h 3828006"/>
                <a:gd name="connsiteX429" fmla="*/ 5511946 w 6357997"/>
                <a:gd name="connsiteY429" fmla="*/ 3537100 h 3828006"/>
                <a:gd name="connsiteX430" fmla="*/ 5524383 w 6357997"/>
                <a:gd name="connsiteY430" fmla="*/ 3543653 h 3828006"/>
                <a:gd name="connsiteX431" fmla="*/ 5536808 w 6357997"/>
                <a:gd name="connsiteY431" fmla="*/ 3550244 h 3828006"/>
                <a:gd name="connsiteX432" fmla="*/ 5549296 w 6357997"/>
                <a:gd name="connsiteY432" fmla="*/ 3556988 h 3828006"/>
                <a:gd name="connsiteX433" fmla="*/ 5561721 w 6357997"/>
                <a:gd name="connsiteY433" fmla="*/ 3563783 h 3828006"/>
                <a:gd name="connsiteX434" fmla="*/ 5574159 w 6357997"/>
                <a:gd name="connsiteY434" fmla="*/ 3570679 h 3828006"/>
                <a:gd name="connsiteX435" fmla="*/ 5586584 w 6357997"/>
                <a:gd name="connsiteY435" fmla="*/ 3577727 h 3828006"/>
                <a:gd name="connsiteX436" fmla="*/ 5599009 w 6357997"/>
                <a:gd name="connsiteY436" fmla="*/ 3584826 h 3828006"/>
                <a:gd name="connsiteX437" fmla="*/ 5611497 w 6357997"/>
                <a:gd name="connsiteY437" fmla="*/ 3592015 h 3828006"/>
                <a:gd name="connsiteX438" fmla="*/ 5623922 w 6357997"/>
                <a:gd name="connsiteY438" fmla="*/ 3599254 h 3828006"/>
                <a:gd name="connsiteX439" fmla="*/ 5648785 w 6357997"/>
                <a:gd name="connsiteY439" fmla="*/ 3614049 h 3828006"/>
                <a:gd name="connsiteX440" fmla="*/ 5661273 w 6357997"/>
                <a:gd name="connsiteY440" fmla="*/ 3621530 h 3828006"/>
                <a:gd name="connsiteX441" fmla="*/ 5686136 w 6357997"/>
                <a:gd name="connsiteY441" fmla="*/ 3636516 h 3828006"/>
                <a:gd name="connsiteX442" fmla="*/ 5698561 w 6357997"/>
                <a:gd name="connsiteY442" fmla="*/ 3644059 h 3828006"/>
                <a:gd name="connsiteX443" fmla="*/ 5711037 w 6357997"/>
                <a:gd name="connsiteY443" fmla="*/ 3651603 h 3828006"/>
                <a:gd name="connsiteX444" fmla="*/ 5723474 w 6357997"/>
                <a:gd name="connsiteY444" fmla="*/ 3659134 h 3828006"/>
                <a:gd name="connsiteX445" fmla="*/ 5748337 w 6357997"/>
                <a:gd name="connsiteY445" fmla="*/ 3674019 h 3828006"/>
                <a:gd name="connsiteX446" fmla="*/ 5760762 w 6357997"/>
                <a:gd name="connsiteY446" fmla="*/ 3681359 h 3828006"/>
                <a:gd name="connsiteX447" fmla="*/ 5773250 w 6357997"/>
                <a:gd name="connsiteY447" fmla="*/ 3688649 h 3828006"/>
                <a:gd name="connsiteX448" fmla="*/ 5785675 w 6357997"/>
                <a:gd name="connsiteY448" fmla="*/ 3695850 h 3828006"/>
                <a:gd name="connsiteX449" fmla="*/ 5798113 w 6357997"/>
                <a:gd name="connsiteY449" fmla="*/ 3702949 h 3828006"/>
                <a:gd name="connsiteX450" fmla="*/ 5810538 w 6357997"/>
                <a:gd name="connsiteY450" fmla="*/ 3709833 h 3828006"/>
                <a:gd name="connsiteX451" fmla="*/ 5823014 w 6357997"/>
                <a:gd name="connsiteY451" fmla="*/ 3716640 h 3828006"/>
                <a:gd name="connsiteX452" fmla="*/ 5835451 w 6357997"/>
                <a:gd name="connsiteY452" fmla="*/ 3723282 h 3828006"/>
                <a:gd name="connsiteX453" fmla="*/ 5847876 w 6357997"/>
                <a:gd name="connsiteY453" fmla="*/ 3729784 h 3828006"/>
                <a:gd name="connsiteX454" fmla="*/ 5860314 w 6357997"/>
                <a:gd name="connsiteY454" fmla="*/ 3736033 h 3828006"/>
                <a:gd name="connsiteX455" fmla="*/ 5872739 w 6357997"/>
                <a:gd name="connsiteY455" fmla="*/ 3742129 h 3828006"/>
                <a:gd name="connsiteX456" fmla="*/ 5885227 w 6357997"/>
                <a:gd name="connsiteY456" fmla="*/ 3748034 h 3828006"/>
                <a:gd name="connsiteX457" fmla="*/ 5897652 w 6357997"/>
                <a:gd name="connsiteY457" fmla="*/ 3753749 h 3828006"/>
                <a:gd name="connsiteX458" fmla="*/ 5910090 w 6357997"/>
                <a:gd name="connsiteY458" fmla="*/ 3759147 h 3828006"/>
                <a:gd name="connsiteX459" fmla="*/ 5922515 w 6357997"/>
                <a:gd name="connsiteY459" fmla="*/ 3764354 h 3828006"/>
                <a:gd name="connsiteX460" fmla="*/ 5934991 w 6357997"/>
                <a:gd name="connsiteY460" fmla="*/ 3769370 h 3828006"/>
                <a:gd name="connsiteX461" fmla="*/ 5947429 w 6357997"/>
                <a:gd name="connsiteY461" fmla="*/ 3774133 h 3828006"/>
                <a:gd name="connsiteX462" fmla="*/ 5959853 w 6357997"/>
                <a:gd name="connsiteY462" fmla="*/ 3778692 h 3828006"/>
                <a:gd name="connsiteX463" fmla="*/ 5972291 w 6357997"/>
                <a:gd name="connsiteY463" fmla="*/ 3782909 h 3828006"/>
                <a:gd name="connsiteX464" fmla="*/ 5984766 w 6357997"/>
                <a:gd name="connsiteY464" fmla="*/ 3786934 h 3828006"/>
                <a:gd name="connsiteX465" fmla="*/ 5997204 w 6357997"/>
                <a:gd name="connsiteY465" fmla="*/ 3790757 h 3828006"/>
                <a:gd name="connsiteX466" fmla="*/ 6009629 w 6357997"/>
                <a:gd name="connsiteY466" fmla="*/ 3794326 h 3828006"/>
                <a:gd name="connsiteX467" fmla="*/ 6022067 w 6357997"/>
                <a:gd name="connsiteY467" fmla="*/ 3797602 h 3828006"/>
                <a:gd name="connsiteX468" fmla="*/ 6034491 w 6357997"/>
                <a:gd name="connsiteY468" fmla="*/ 3800676 h 3828006"/>
                <a:gd name="connsiteX469" fmla="*/ 6046967 w 6357997"/>
                <a:gd name="connsiteY469" fmla="*/ 3803495 h 3828006"/>
                <a:gd name="connsiteX470" fmla="*/ 6059405 w 6357997"/>
                <a:gd name="connsiteY470" fmla="*/ 3806124 h 3828006"/>
                <a:gd name="connsiteX471" fmla="*/ 6071830 w 6357997"/>
                <a:gd name="connsiteY471" fmla="*/ 3808562 h 3828006"/>
                <a:gd name="connsiteX472" fmla="*/ 6084268 w 6357997"/>
                <a:gd name="connsiteY472" fmla="*/ 3810747 h 3828006"/>
                <a:gd name="connsiteX473" fmla="*/ 6096744 w 6357997"/>
                <a:gd name="connsiteY473" fmla="*/ 3812728 h 3828006"/>
                <a:gd name="connsiteX474" fmla="*/ 6109181 w 6357997"/>
                <a:gd name="connsiteY474" fmla="*/ 3814569 h 3828006"/>
                <a:gd name="connsiteX475" fmla="*/ 6121606 w 6357997"/>
                <a:gd name="connsiteY475" fmla="*/ 3816195 h 3828006"/>
                <a:gd name="connsiteX476" fmla="*/ 6134044 w 6357997"/>
                <a:gd name="connsiteY476" fmla="*/ 3817643 h 3828006"/>
                <a:gd name="connsiteX477" fmla="*/ 6146519 w 6357997"/>
                <a:gd name="connsiteY477" fmla="*/ 3818977 h 3828006"/>
                <a:gd name="connsiteX478" fmla="*/ 6158945 w 6357997"/>
                <a:gd name="connsiteY478" fmla="*/ 3820119 h 3828006"/>
                <a:gd name="connsiteX479" fmla="*/ 6171382 w 6357997"/>
                <a:gd name="connsiteY479" fmla="*/ 3821161 h 3828006"/>
                <a:gd name="connsiteX480" fmla="*/ 6183807 w 6357997"/>
                <a:gd name="connsiteY480" fmla="*/ 3822050 h 3828006"/>
                <a:gd name="connsiteX481" fmla="*/ 6196245 w 6357997"/>
                <a:gd name="connsiteY481" fmla="*/ 3822850 h 3828006"/>
                <a:gd name="connsiteX482" fmla="*/ 6208720 w 6357997"/>
                <a:gd name="connsiteY482" fmla="*/ 3823548 h 3828006"/>
                <a:gd name="connsiteX483" fmla="*/ 6221158 w 6357997"/>
                <a:gd name="connsiteY483" fmla="*/ 3824184 h 3828006"/>
                <a:gd name="connsiteX484" fmla="*/ 6246021 w 6357997"/>
                <a:gd name="connsiteY484" fmla="*/ 3825174 h 3828006"/>
                <a:gd name="connsiteX485" fmla="*/ 6258496 w 6357997"/>
                <a:gd name="connsiteY485" fmla="*/ 3825580 h 3828006"/>
                <a:gd name="connsiteX486" fmla="*/ 6283359 w 6357997"/>
                <a:gd name="connsiteY486" fmla="*/ 3826266 h 3828006"/>
                <a:gd name="connsiteX487" fmla="*/ 6295784 w 6357997"/>
                <a:gd name="connsiteY487" fmla="*/ 3826571 h 3828006"/>
                <a:gd name="connsiteX488" fmla="*/ 6308273 w 6357997"/>
                <a:gd name="connsiteY488" fmla="*/ 3826863 h 3828006"/>
                <a:gd name="connsiteX489" fmla="*/ 6320697 w 6357997"/>
                <a:gd name="connsiteY489" fmla="*/ 3827168 h 3828006"/>
                <a:gd name="connsiteX490" fmla="*/ 6333135 w 6357997"/>
                <a:gd name="connsiteY490" fmla="*/ 3827409 h 3828006"/>
                <a:gd name="connsiteX491" fmla="*/ 6357998 w 6357997"/>
                <a:gd name="connsiteY491" fmla="*/ 3828006 h 3828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</a:cxnLst>
              <a:rect l="l" t="t" r="r" b="b"/>
              <a:pathLst>
                <a:path w="6357997" h="3828006">
                  <a:moveTo>
                    <a:pt x="0" y="3778451"/>
                  </a:moveTo>
                  <a:lnTo>
                    <a:pt x="12480" y="3775466"/>
                  </a:lnTo>
                  <a:lnTo>
                    <a:pt x="49772" y="3766538"/>
                  </a:lnTo>
                  <a:lnTo>
                    <a:pt x="62203" y="3763617"/>
                  </a:lnTo>
                  <a:lnTo>
                    <a:pt x="74684" y="3760633"/>
                  </a:lnTo>
                  <a:lnTo>
                    <a:pt x="87114" y="3757762"/>
                  </a:lnTo>
                  <a:lnTo>
                    <a:pt x="99546" y="3754829"/>
                  </a:lnTo>
                  <a:lnTo>
                    <a:pt x="111977" y="3751959"/>
                  </a:lnTo>
                  <a:lnTo>
                    <a:pt x="124458" y="3749076"/>
                  </a:lnTo>
                  <a:lnTo>
                    <a:pt x="136888" y="3746256"/>
                  </a:lnTo>
                  <a:lnTo>
                    <a:pt x="149319" y="3743373"/>
                  </a:lnTo>
                  <a:lnTo>
                    <a:pt x="161750" y="3740541"/>
                  </a:lnTo>
                  <a:lnTo>
                    <a:pt x="174230" y="3737773"/>
                  </a:lnTo>
                  <a:lnTo>
                    <a:pt x="186661" y="3734890"/>
                  </a:lnTo>
                  <a:lnTo>
                    <a:pt x="199093" y="3732058"/>
                  </a:lnTo>
                  <a:lnTo>
                    <a:pt x="223954" y="3726305"/>
                  </a:lnTo>
                  <a:lnTo>
                    <a:pt x="236435" y="3723333"/>
                  </a:lnTo>
                  <a:lnTo>
                    <a:pt x="248866" y="3720310"/>
                  </a:lnTo>
                  <a:lnTo>
                    <a:pt x="261296" y="3717186"/>
                  </a:lnTo>
                  <a:lnTo>
                    <a:pt x="273727" y="3714011"/>
                  </a:lnTo>
                  <a:lnTo>
                    <a:pt x="286208" y="3710684"/>
                  </a:lnTo>
                  <a:lnTo>
                    <a:pt x="298638" y="3707204"/>
                  </a:lnTo>
                  <a:lnTo>
                    <a:pt x="311069" y="3703584"/>
                  </a:lnTo>
                  <a:lnTo>
                    <a:pt x="323501" y="3699812"/>
                  </a:lnTo>
                  <a:lnTo>
                    <a:pt x="335982" y="3695799"/>
                  </a:lnTo>
                  <a:lnTo>
                    <a:pt x="348412" y="3691634"/>
                  </a:lnTo>
                  <a:lnTo>
                    <a:pt x="360843" y="3687163"/>
                  </a:lnTo>
                  <a:lnTo>
                    <a:pt x="373274" y="3682452"/>
                  </a:lnTo>
                  <a:lnTo>
                    <a:pt x="385704" y="3677498"/>
                  </a:lnTo>
                  <a:lnTo>
                    <a:pt x="398185" y="3672279"/>
                  </a:lnTo>
                  <a:lnTo>
                    <a:pt x="410616" y="3666678"/>
                  </a:lnTo>
                  <a:lnTo>
                    <a:pt x="423046" y="3660773"/>
                  </a:lnTo>
                  <a:lnTo>
                    <a:pt x="435478" y="3654524"/>
                  </a:lnTo>
                  <a:lnTo>
                    <a:pt x="447959" y="3647971"/>
                  </a:lnTo>
                  <a:lnTo>
                    <a:pt x="460390" y="3641075"/>
                  </a:lnTo>
                  <a:lnTo>
                    <a:pt x="472820" y="3633734"/>
                  </a:lnTo>
                  <a:lnTo>
                    <a:pt x="485251" y="3626051"/>
                  </a:lnTo>
                  <a:lnTo>
                    <a:pt x="497682" y="3618012"/>
                  </a:lnTo>
                  <a:lnTo>
                    <a:pt x="510162" y="3609630"/>
                  </a:lnTo>
                  <a:lnTo>
                    <a:pt x="522593" y="3600803"/>
                  </a:lnTo>
                  <a:lnTo>
                    <a:pt x="535025" y="3591570"/>
                  </a:lnTo>
                  <a:lnTo>
                    <a:pt x="547455" y="3582045"/>
                  </a:lnTo>
                  <a:lnTo>
                    <a:pt x="559935" y="3572228"/>
                  </a:lnTo>
                  <a:lnTo>
                    <a:pt x="572367" y="3561954"/>
                  </a:lnTo>
                  <a:lnTo>
                    <a:pt x="584798" y="3551337"/>
                  </a:lnTo>
                  <a:lnTo>
                    <a:pt x="597228" y="3540478"/>
                  </a:lnTo>
                  <a:lnTo>
                    <a:pt x="609709" y="3529315"/>
                  </a:lnTo>
                  <a:lnTo>
                    <a:pt x="622140" y="3517847"/>
                  </a:lnTo>
                  <a:lnTo>
                    <a:pt x="634570" y="3506099"/>
                  </a:lnTo>
                  <a:lnTo>
                    <a:pt x="647002" y="3494085"/>
                  </a:lnTo>
                  <a:lnTo>
                    <a:pt x="659433" y="3481880"/>
                  </a:lnTo>
                  <a:lnTo>
                    <a:pt x="671912" y="3469485"/>
                  </a:lnTo>
                  <a:lnTo>
                    <a:pt x="684344" y="3456874"/>
                  </a:lnTo>
                  <a:lnTo>
                    <a:pt x="696775" y="3444136"/>
                  </a:lnTo>
                  <a:lnTo>
                    <a:pt x="709210" y="3431284"/>
                  </a:lnTo>
                  <a:lnTo>
                    <a:pt x="721686" y="3418279"/>
                  </a:lnTo>
                  <a:lnTo>
                    <a:pt x="734123" y="3405185"/>
                  </a:lnTo>
                  <a:lnTo>
                    <a:pt x="758973" y="3378794"/>
                  </a:lnTo>
                  <a:lnTo>
                    <a:pt x="771462" y="3365498"/>
                  </a:lnTo>
                  <a:lnTo>
                    <a:pt x="783887" y="3352201"/>
                  </a:lnTo>
                  <a:lnTo>
                    <a:pt x="821187" y="3312170"/>
                  </a:lnTo>
                  <a:lnTo>
                    <a:pt x="833663" y="3298772"/>
                  </a:lnTo>
                  <a:lnTo>
                    <a:pt x="846100" y="3285424"/>
                  </a:lnTo>
                  <a:lnTo>
                    <a:pt x="858525" y="3272038"/>
                  </a:lnTo>
                  <a:lnTo>
                    <a:pt x="870950" y="3258691"/>
                  </a:lnTo>
                  <a:lnTo>
                    <a:pt x="883439" y="3245292"/>
                  </a:lnTo>
                  <a:lnTo>
                    <a:pt x="908301" y="3218406"/>
                  </a:lnTo>
                  <a:lnTo>
                    <a:pt x="920726" y="3204919"/>
                  </a:lnTo>
                  <a:lnTo>
                    <a:pt x="933215" y="3191317"/>
                  </a:lnTo>
                  <a:lnTo>
                    <a:pt x="945640" y="3177677"/>
                  </a:lnTo>
                  <a:lnTo>
                    <a:pt x="958077" y="3163987"/>
                  </a:lnTo>
                  <a:lnTo>
                    <a:pt x="970502" y="3150093"/>
                  </a:lnTo>
                  <a:lnTo>
                    <a:pt x="982927" y="3136110"/>
                  </a:lnTo>
                  <a:lnTo>
                    <a:pt x="995416" y="3122013"/>
                  </a:lnTo>
                  <a:lnTo>
                    <a:pt x="1007841" y="3107777"/>
                  </a:lnTo>
                  <a:lnTo>
                    <a:pt x="1020278" y="3093298"/>
                  </a:lnTo>
                  <a:lnTo>
                    <a:pt x="1032703" y="3078605"/>
                  </a:lnTo>
                  <a:lnTo>
                    <a:pt x="1045192" y="3063720"/>
                  </a:lnTo>
                  <a:lnTo>
                    <a:pt x="1057617" y="3048645"/>
                  </a:lnTo>
                  <a:lnTo>
                    <a:pt x="1070054" y="3033316"/>
                  </a:lnTo>
                  <a:lnTo>
                    <a:pt x="1082479" y="3017683"/>
                  </a:lnTo>
                  <a:lnTo>
                    <a:pt x="1094917" y="3001808"/>
                  </a:lnTo>
                  <a:lnTo>
                    <a:pt x="1107393" y="2985641"/>
                  </a:lnTo>
                  <a:lnTo>
                    <a:pt x="1119817" y="2969270"/>
                  </a:lnTo>
                  <a:lnTo>
                    <a:pt x="1132255" y="2952506"/>
                  </a:lnTo>
                  <a:lnTo>
                    <a:pt x="1144680" y="2935488"/>
                  </a:lnTo>
                  <a:lnTo>
                    <a:pt x="1157168" y="2918178"/>
                  </a:lnTo>
                  <a:lnTo>
                    <a:pt x="1169594" y="2900614"/>
                  </a:lnTo>
                  <a:lnTo>
                    <a:pt x="1182031" y="2882707"/>
                  </a:lnTo>
                  <a:lnTo>
                    <a:pt x="1194456" y="2864495"/>
                  </a:lnTo>
                  <a:lnTo>
                    <a:pt x="1206932" y="2846042"/>
                  </a:lnTo>
                  <a:lnTo>
                    <a:pt x="1219369" y="2827284"/>
                  </a:lnTo>
                  <a:lnTo>
                    <a:pt x="1231794" y="2808285"/>
                  </a:lnTo>
                  <a:lnTo>
                    <a:pt x="1244232" y="2788943"/>
                  </a:lnTo>
                  <a:lnTo>
                    <a:pt x="1256657" y="2769398"/>
                  </a:lnTo>
                  <a:lnTo>
                    <a:pt x="1269145" y="2749598"/>
                  </a:lnTo>
                  <a:lnTo>
                    <a:pt x="1281571" y="2729609"/>
                  </a:lnTo>
                  <a:lnTo>
                    <a:pt x="1294008" y="2709314"/>
                  </a:lnTo>
                  <a:lnTo>
                    <a:pt x="1306433" y="2688880"/>
                  </a:lnTo>
                  <a:lnTo>
                    <a:pt x="1318909" y="2668191"/>
                  </a:lnTo>
                  <a:lnTo>
                    <a:pt x="1331346" y="2647402"/>
                  </a:lnTo>
                  <a:lnTo>
                    <a:pt x="1343771" y="2626421"/>
                  </a:lnTo>
                  <a:lnTo>
                    <a:pt x="1356209" y="2605288"/>
                  </a:lnTo>
                  <a:lnTo>
                    <a:pt x="1368685" y="2584003"/>
                  </a:lnTo>
                  <a:lnTo>
                    <a:pt x="1381122" y="2562667"/>
                  </a:lnTo>
                  <a:lnTo>
                    <a:pt x="1393547" y="2541191"/>
                  </a:lnTo>
                  <a:lnTo>
                    <a:pt x="1405985" y="2519665"/>
                  </a:lnTo>
                  <a:lnTo>
                    <a:pt x="1418410" y="2498075"/>
                  </a:lnTo>
                  <a:lnTo>
                    <a:pt x="1430898" y="2476447"/>
                  </a:lnTo>
                  <a:lnTo>
                    <a:pt x="1443323" y="2454819"/>
                  </a:lnTo>
                  <a:lnTo>
                    <a:pt x="1468186" y="2411664"/>
                  </a:lnTo>
                  <a:lnTo>
                    <a:pt x="1480662" y="2390125"/>
                  </a:lnTo>
                  <a:lnTo>
                    <a:pt x="1493099" y="2368700"/>
                  </a:lnTo>
                  <a:lnTo>
                    <a:pt x="1505524" y="2347364"/>
                  </a:lnTo>
                  <a:lnTo>
                    <a:pt x="1517962" y="2326180"/>
                  </a:lnTo>
                  <a:lnTo>
                    <a:pt x="1530438" y="2305149"/>
                  </a:lnTo>
                  <a:lnTo>
                    <a:pt x="1542875" y="2284309"/>
                  </a:lnTo>
                  <a:lnTo>
                    <a:pt x="1555300" y="2263620"/>
                  </a:lnTo>
                  <a:lnTo>
                    <a:pt x="1567738" y="2243186"/>
                  </a:lnTo>
                  <a:lnTo>
                    <a:pt x="1580163" y="2223044"/>
                  </a:lnTo>
                  <a:lnTo>
                    <a:pt x="1592639" y="2203206"/>
                  </a:lnTo>
                  <a:lnTo>
                    <a:pt x="1605076" y="2183610"/>
                  </a:lnTo>
                  <a:lnTo>
                    <a:pt x="1617501" y="2164255"/>
                  </a:lnTo>
                  <a:lnTo>
                    <a:pt x="1629939" y="2145358"/>
                  </a:lnTo>
                  <a:lnTo>
                    <a:pt x="1642415" y="2126752"/>
                  </a:lnTo>
                  <a:lnTo>
                    <a:pt x="1654852" y="2108502"/>
                  </a:lnTo>
                  <a:lnTo>
                    <a:pt x="1667277" y="2090583"/>
                  </a:lnTo>
                  <a:lnTo>
                    <a:pt x="1679715" y="2073031"/>
                  </a:lnTo>
                  <a:lnTo>
                    <a:pt x="1692140" y="2055912"/>
                  </a:lnTo>
                  <a:lnTo>
                    <a:pt x="1704615" y="2039147"/>
                  </a:lnTo>
                  <a:lnTo>
                    <a:pt x="1717053" y="2022625"/>
                  </a:lnTo>
                  <a:lnTo>
                    <a:pt x="1729478" y="2006445"/>
                  </a:lnTo>
                  <a:lnTo>
                    <a:pt x="1741916" y="1990672"/>
                  </a:lnTo>
                  <a:lnTo>
                    <a:pt x="1754392" y="1975152"/>
                  </a:lnTo>
                  <a:lnTo>
                    <a:pt x="1766829" y="1959823"/>
                  </a:lnTo>
                  <a:lnTo>
                    <a:pt x="1779254" y="1944736"/>
                  </a:lnTo>
                  <a:lnTo>
                    <a:pt x="1791692" y="1929801"/>
                  </a:lnTo>
                  <a:lnTo>
                    <a:pt x="1804167" y="1915018"/>
                  </a:lnTo>
                  <a:lnTo>
                    <a:pt x="1841455" y="1870822"/>
                  </a:lnTo>
                  <a:lnTo>
                    <a:pt x="1853893" y="1855988"/>
                  </a:lnTo>
                  <a:lnTo>
                    <a:pt x="1866369" y="1841002"/>
                  </a:lnTo>
                  <a:lnTo>
                    <a:pt x="1878806" y="1825775"/>
                  </a:lnTo>
                  <a:lnTo>
                    <a:pt x="1891231" y="1810294"/>
                  </a:lnTo>
                  <a:lnTo>
                    <a:pt x="1903669" y="1794469"/>
                  </a:lnTo>
                  <a:lnTo>
                    <a:pt x="1916144" y="1778150"/>
                  </a:lnTo>
                  <a:lnTo>
                    <a:pt x="1928569" y="1761386"/>
                  </a:lnTo>
                  <a:lnTo>
                    <a:pt x="1941007" y="1744114"/>
                  </a:lnTo>
                  <a:lnTo>
                    <a:pt x="1953432" y="1726359"/>
                  </a:lnTo>
                  <a:lnTo>
                    <a:pt x="1965920" y="1707855"/>
                  </a:lnTo>
                  <a:lnTo>
                    <a:pt x="1978345" y="1688704"/>
                  </a:lnTo>
                  <a:lnTo>
                    <a:pt x="1990783" y="1668854"/>
                  </a:lnTo>
                  <a:lnTo>
                    <a:pt x="2003208" y="1648369"/>
                  </a:lnTo>
                  <a:lnTo>
                    <a:pt x="2015646" y="1627134"/>
                  </a:lnTo>
                  <a:lnTo>
                    <a:pt x="2028121" y="1604960"/>
                  </a:lnTo>
                  <a:lnTo>
                    <a:pt x="2040546" y="1582138"/>
                  </a:lnTo>
                  <a:lnTo>
                    <a:pt x="2052984" y="1558529"/>
                  </a:lnTo>
                  <a:lnTo>
                    <a:pt x="2065409" y="1534272"/>
                  </a:lnTo>
                  <a:lnTo>
                    <a:pt x="2077897" y="1509113"/>
                  </a:lnTo>
                  <a:lnTo>
                    <a:pt x="2090322" y="1483218"/>
                  </a:lnTo>
                  <a:lnTo>
                    <a:pt x="2102760" y="1456675"/>
                  </a:lnTo>
                  <a:lnTo>
                    <a:pt x="2115185" y="1429547"/>
                  </a:lnTo>
                  <a:lnTo>
                    <a:pt x="2127673" y="1401760"/>
                  </a:lnTo>
                  <a:lnTo>
                    <a:pt x="2140098" y="1373337"/>
                  </a:lnTo>
                  <a:lnTo>
                    <a:pt x="2152523" y="1344458"/>
                  </a:lnTo>
                  <a:lnTo>
                    <a:pt x="2164961" y="1315146"/>
                  </a:lnTo>
                  <a:lnTo>
                    <a:pt x="2177386" y="1285479"/>
                  </a:lnTo>
                  <a:lnTo>
                    <a:pt x="2189874" y="1255367"/>
                  </a:lnTo>
                  <a:lnTo>
                    <a:pt x="2202299" y="1225001"/>
                  </a:lnTo>
                  <a:lnTo>
                    <a:pt x="2214737" y="1194445"/>
                  </a:lnTo>
                  <a:lnTo>
                    <a:pt x="2227162" y="1163686"/>
                  </a:lnTo>
                  <a:lnTo>
                    <a:pt x="2239650" y="1132876"/>
                  </a:lnTo>
                  <a:lnTo>
                    <a:pt x="2264513" y="1071166"/>
                  </a:lnTo>
                  <a:lnTo>
                    <a:pt x="2276938" y="1040356"/>
                  </a:lnTo>
                  <a:lnTo>
                    <a:pt x="2289363" y="1009648"/>
                  </a:lnTo>
                  <a:lnTo>
                    <a:pt x="2301851" y="979142"/>
                  </a:lnTo>
                  <a:lnTo>
                    <a:pt x="2314276" y="948827"/>
                  </a:lnTo>
                  <a:lnTo>
                    <a:pt x="2326714" y="918715"/>
                  </a:lnTo>
                  <a:lnTo>
                    <a:pt x="2339139" y="888807"/>
                  </a:lnTo>
                  <a:lnTo>
                    <a:pt x="2351627" y="859279"/>
                  </a:lnTo>
                  <a:lnTo>
                    <a:pt x="2364052" y="830019"/>
                  </a:lnTo>
                  <a:lnTo>
                    <a:pt x="2376490" y="801088"/>
                  </a:lnTo>
                  <a:lnTo>
                    <a:pt x="2388915" y="772513"/>
                  </a:lnTo>
                  <a:lnTo>
                    <a:pt x="2401390" y="744192"/>
                  </a:lnTo>
                  <a:lnTo>
                    <a:pt x="2413828" y="716354"/>
                  </a:lnTo>
                  <a:lnTo>
                    <a:pt x="2426253" y="688871"/>
                  </a:lnTo>
                  <a:lnTo>
                    <a:pt x="2438691" y="661744"/>
                  </a:lnTo>
                  <a:lnTo>
                    <a:pt x="2451116" y="634896"/>
                  </a:lnTo>
                  <a:lnTo>
                    <a:pt x="2463604" y="608505"/>
                  </a:lnTo>
                  <a:lnTo>
                    <a:pt x="2476029" y="582508"/>
                  </a:lnTo>
                  <a:lnTo>
                    <a:pt x="2488467" y="556816"/>
                  </a:lnTo>
                  <a:lnTo>
                    <a:pt x="2500892" y="531518"/>
                  </a:lnTo>
                  <a:lnTo>
                    <a:pt x="2513367" y="506562"/>
                  </a:lnTo>
                  <a:lnTo>
                    <a:pt x="2525805" y="482102"/>
                  </a:lnTo>
                  <a:lnTo>
                    <a:pt x="2538230" y="457998"/>
                  </a:lnTo>
                  <a:lnTo>
                    <a:pt x="2550668" y="434236"/>
                  </a:lnTo>
                  <a:lnTo>
                    <a:pt x="2563144" y="410868"/>
                  </a:lnTo>
                  <a:lnTo>
                    <a:pt x="2575581" y="387995"/>
                  </a:lnTo>
                  <a:lnTo>
                    <a:pt x="2588006" y="365516"/>
                  </a:lnTo>
                  <a:lnTo>
                    <a:pt x="2600444" y="343545"/>
                  </a:lnTo>
                  <a:lnTo>
                    <a:pt x="2612869" y="321968"/>
                  </a:lnTo>
                  <a:lnTo>
                    <a:pt x="2625344" y="300835"/>
                  </a:lnTo>
                  <a:lnTo>
                    <a:pt x="2637782" y="280337"/>
                  </a:lnTo>
                  <a:lnTo>
                    <a:pt x="2650207" y="260398"/>
                  </a:lnTo>
                  <a:lnTo>
                    <a:pt x="2662645" y="240902"/>
                  </a:lnTo>
                  <a:lnTo>
                    <a:pt x="2675120" y="222002"/>
                  </a:lnTo>
                  <a:lnTo>
                    <a:pt x="2687558" y="203796"/>
                  </a:lnTo>
                  <a:lnTo>
                    <a:pt x="2699983" y="186284"/>
                  </a:lnTo>
                  <a:lnTo>
                    <a:pt x="2712421" y="169316"/>
                  </a:lnTo>
                  <a:lnTo>
                    <a:pt x="2724896" y="153045"/>
                  </a:lnTo>
                  <a:lnTo>
                    <a:pt x="2737334" y="137467"/>
                  </a:lnTo>
                  <a:lnTo>
                    <a:pt x="2749759" y="122784"/>
                  </a:lnTo>
                  <a:lnTo>
                    <a:pt x="2762184" y="108793"/>
                  </a:lnTo>
                  <a:lnTo>
                    <a:pt x="2774622" y="95547"/>
                  </a:lnTo>
                  <a:lnTo>
                    <a:pt x="2787097" y="83045"/>
                  </a:lnTo>
                  <a:lnTo>
                    <a:pt x="2799535" y="71487"/>
                  </a:lnTo>
                  <a:lnTo>
                    <a:pt x="2811960" y="60820"/>
                  </a:lnTo>
                  <a:lnTo>
                    <a:pt x="2824398" y="50899"/>
                  </a:lnTo>
                  <a:lnTo>
                    <a:pt x="2836873" y="41770"/>
                  </a:lnTo>
                  <a:lnTo>
                    <a:pt x="2849311" y="33585"/>
                  </a:lnTo>
                  <a:lnTo>
                    <a:pt x="2861736" y="26392"/>
                  </a:lnTo>
                  <a:lnTo>
                    <a:pt x="2874161" y="19992"/>
                  </a:lnTo>
                  <a:lnTo>
                    <a:pt x="2886599" y="14436"/>
                  </a:lnTo>
                  <a:lnTo>
                    <a:pt x="2899074" y="9723"/>
                  </a:lnTo>
                  <a:lnTo>
                    <a:pt x="2911512" y="6053"/>
                  </a:lnTo>
                  <a:lnTo>
                    <a:pt x="2923937" y="3274"/>
                  </a:lnTo>
                  <a:lnTo>
                    <a:pt x="2936374" y="1340"/>
                  </a:lnTo>
                  <a:lnTo>
                    <a:pt x="2948850" y="198"/>
                  </a:lnTo>
                  <a:lnTo>
                    <a:pt x="2961288" y="0"/>
                  </a:lnTo>
                  <a:lnTo>
                    <a:pt x="2973713" y="843"/>
                  </a:lnTo>
                  <a:lnTo>
                    <a:pt x="2986138" y="2480"/>
                  </a:lnTo>
                  <a:lnTo>
                    <a:pt x="2998626" y="4911"/>
                  </a:lnTo>
                  <a:lnTo>
                    <a:pt x="3011051" y="8185"/>
                  </a:lnTo>
                  <a:lnTo>
                    <a:pt x="3023489" y="12502"/>
                  </a:lnTo>
                  <a:lnTo>
                    <a:pt x="3035914" y="17710"/>
                  </a:lnTo>
                  <a:lnTo>
                    <a:pt x="3048351" y="23664"/>
                  </a:lnTo>
                  <a:lnTo>
                    <a:pt x="3060827" y="30410"/>
                  </a:lnTo>
                  <a:lnTo>
                    <a:pt x="3073265" y="38100"/>
                  </a:lnTo>
                  <a:lnTo>
                    <a:pt x="3085690" y="46732"/>
                  </a:lnTo>
                  <a:lnTo>
                    <a:pt x="3098127" y="56158"/>
                  </a:lnTo>
                  <a:lnTo>
                    <a:pt x="3110603" y="66327"/>
                  </a:lnTo>
                  <a:lnTo>
                    <a:pt x="3123028" y="77291"/>
                  </a:lnTo>
                  <a:lnTo>
                    <a:pt x="3135466" y="89296"/>
                  </a:lnTo>
                  <a:lnTo>
                    <a:pt x="3147891" y="101996"/>
                  </a:lnTo>
                  <a:lnTo>
                    <a:pt x="3160379" y="115490"/>
                  </a:lnTo>
                  <a:lnTo>
                    <a:pt x="3172804" y="129678"/>
                  </a:lnTo>
                  <a:lnTo>
                    <a:pt x="3185242" y="144661"/>
                  </a:lnTo>
                  <a:lnTo>
                    <a:pt x="3197667" y="160536"/>
                  </a:lnTo>
                  <a:lnTo>
                    <a:pt x="3210104" y="177006"/>
                  </a:lnTo>
                  <a:lnTo>
                    <a:pt x="3222580" y="194170"/>
                  </a:lnTo>
                  <a:lnTo>
                    <a:pt x="3235005" y="211931"/>
                  </a:lnTo>
                  <a:lnTo>
                    <a:pt x="3247443" y="230534"/>
                  </a:lnTo>
                  <a:lnTo>
                    <a:pt x="3259868" y="249683"/>
                  </a:lnTo>
                  <a:lnTo>
                    <a:pt x="3272356" y="269377"/>
                  </a:lnTo>
                  <a:lnTo>
                    <a:pt x="3284781" y="289570"/>
                  </a:lnTo>
                  <a:lnTo>
                    <a:pt x="3297219" y="310309"/>
                  </a:lnTo>
                  <a:lnTo>
                    <a:pt x="3309644" y="331594"/>
                  </a:lnTo>
                  <a:lnTo>
                    <a:pt x="3322119" y="353273"/>
                  </a:lnTo>
                  <a:lnTo>
                    <a:pt x="3334557" y="375244"/>
                  </a:lnTo>
                  <a:lnTo>
                    <a:pt x="3346982" y="397622"/>
                  </a:lnTo>
                  <a:lnTo>
                    <a:pt x="3359420" y="420342"/>
                  </a:lnTo>
                  <a:lnTo>
                    <a:pt x="3371845" y="443304"/>
                  </a:lnTo>
                  <a:lnTo>
                    <a:pt x="3384333" y="466481"/>
                  </a:lnTo>
                  <a:lnTo>
                    <a:pt x="3396758" y="489798"/>
                  </a:lnTo>
                  <a:lnTo>
                    <a:pt x="3409195" y="513255"/>
                  </a:lnTo>
                  <a:lnTo>
                    <a:pt x="3421621" y="536826"/>
                  </a:lnTo>
                  <a:lnTo>
                    <a:pt x="3434109" y="560385"/>
                  </a:lnTo>
                  <a:lnTo>
                    <a:pt x="3446534" y="584007"/>
                  </a:lnTo>
                  <a:lnTo>
                    <a:pt x="3458959" y="607565"/>
                  </a:lnTo>
                  <a:lnTo>
                    <a:pt x="3471397" y="631086"/>
                  </a:lnTo>
                  <a:lnTo>
                    <a:pt x="3483822" y="654492"/>
                  </a:lnTo>
                  <a:lnTo>
                    <a:pt x="3496310" y="677809"/>
                  </a:lnTo>
                  <a:lnTo>
                    <a:pt x="3508735" y="701025"/>
                  </a:lnTo>
                  <a:lnTo>
                    <a:pt x="3521172" y="724050"/>
                  </a:lnTo>
                  <a:lnTo>
                    <a:pt x="3533598" y="746872"/>
                  </a:lnTo>
                  <a:lnTo>
                    <a:pt x="3546086" y="769541"/>
                  </a:lnTo>
                  <a:lnTo>
                    <a:pt x="3558511" y="792008"/>
                  </a:lnTo>
                  <a:lnTo>
                    <a:pt x="3570948" y="814283"/>
                  </a:lnTo>
                  <a:lnTo>
                    <a:pt x="3583373" y="836318"/>
                  </a:lnTo>
                  <a:lnTo>
                    <a:pt x="3595849" y="858187"/>
                  </a:lnTo>
                  <a:lnTo>
                    <a:pt x="3608287" y="879917"/>
                  </a:lnTo>
                  <a:lnTo>
                    <a:pt x="3620712" y="901456"/>
                  </a:lnTo>
                  <a:lnTo>
                    <a:pt x="3633149" y="922830"/>
                  </a:lnTo>
                  <a:lnTo>
                    <a:pt x="3645574" y="944065"/>
                  </a:lnTo>
                  <a:lnTo>
                    <a:pt x="3658063" y="965198"/>
                  </a:lnTo>
                  <a:lnTo>
                    <a:pt x="3670488" y="986229"/>
                  </a:lnTo>
                  <a:lnTo>
                    <a:pt x="3682925" y="1007222"/>
                  </a:lnTo>
                  <a:lnTo>
                    <a:pt x="3695350" y="1028151"/>
                  </a:lnTo>
                  <a:lnTo>
                    <a:pt x="3707826" y="1049145"/>
                  </a:lnTo>
                  <a:lnTo>
                    <a:pt x="3720264" y="1070125"/>
                  </a:lnTo>
                  <a:lnTo>
                    <a:pt x="3732689" y="1091156"/>
                  </a:lnTo>
                  <a:lnTo>
                    <a:pt x="3745126" y="1112340"/>
                  </a:lnTo>
                  <a:lnTo>
                    <a:pt x="3757602" y="1133676"/>
                  </a:lnTo>
                  <a:lnTo>
                    <a:pt x="3770040" y="1155151"/>
                  </a:lnTo>
                  <a:lnTo>
                    <a:pt x="3782465" y="1176830"/>
                  </a:lnTo>
                  <a:lnTo>
                    <a:pt x="3794902" y="1198763"/>
                  </a:lnTo>
                  <a:lnTo>
                    <a:pt x="3807327" y="1220988"/>
                  </a:lnTo>
                  <a:lnTo>
                    <a:pt x="3819803" y="1243505"/>
                  </a:lnTo>
                  <a:lnTo>
                    <a:pt x="3832241" y="1266327"/>
                  </a:lnTo>
                  <a:lnTo>
                    <a:pt x="3844666" y="1289492"/>
                  </a:lnTo>
                  <a:lnTo>
                    <a:pt x="3857103" y="1313165"/>
                  </a:lnTo>
                  <a:lnTo>
                    <a:pt x="3869579" y="1337168"/>
                  </a:lnTo>
                  <a:lnTo>
                    <a:pt x="3882017" y="1361577"/>
                  </a:lnTo>
                  <a:lnTo>
                    <a:pt x="3894442" y="1386380"/>
                  </a:lnTo>
                  <a:lnTo>
                    <a:pt x="3906879" y="1411679"/>
                  </a:lnTo>
                  <a:lnTo>
                    <a:pt x="3919355" y="1437536"/>
                  </a:lnTo>
                  <a:lnTo>
                    <a:pt x="3931780" y="1463774"/>
                  </a:lnTo>
                  <a:lnTo>
                    <a:pt x="3944218" y="1490470"/>
                  </a:lnTo>
                  <a:lnTo>
                    <a:pt x="3956643" y="1517546"/>
                  </a:lnTo>
                  <a:lnTo>
                    <a:pt x="3969080" y="1545232"/>
                  </a:lnTo>
                  <a:lnTo>
                    <a:pt x="3981556" y="1573362"/>
                  </a:lnTo>
                  <a:lnTo>
                    <a:pt x="3993993" y="1601836"/>
                  </a:lnTo>
                  <a:lnTo>
                    <a:pt x="4006419" y="1630716"/>
                  </a:lnTo>
                  <a:lnTo>
                    <a:pt x="4018856" y="1660027"/>
                  </a:lnTo>
                  <a:lnTo>
                    <a:pt x="4031332" y="1689745"/>
                  </a:lnTo>
                  <a:lnTo>
                    <a:pt x="4043757" y="1719806"/>
                  </a:lnTo>
                  <a:lnTo>
                    <a:pt x="4056195" y="1750121"/>
                  </a:lnTo>
                  <a:lnTo>
                    <a:pt x="4068620" y="1780677"/>
                  </a:lnTo>
                  <a:lnTo>
                    <a:pt x="4081057" y="1811589"/>
                  </a:lnTo>
                  <a:lnTo>
                    <a:pt x="4093533" y="1842640"/>
                  </a:lnTo>
                  <a:lnTo>
                    <a:pt x="4105970" y="1873844"/>
                  </a:lnTo>
                  <a:lnTo>
                    <a:pt x="4118396" y="1905150"/>
                  </a:lnTo>
                  <a:lnTo>
                    <a:pt x="4130833" y="1936506"/>
                  </a:lnTo>
                  <a:lnTo>
                    <a:pt x="4143309" y="1967901"/>
                  </a:lnTo>
                  <a:lnTo>
                    <a:pt x="4155734" y="1999257"/>
                  </a:lnTo>
                  <a:lnTo>
                    <a:pt x="4168171" y="2030562"/>
                  </a:lnTo>
                  <a:lnTo>
                    <a:pt x="4180597" y="2061715"/>
                  </a:lnTo>
                  <a:lnTo>
                    <a:pt x="4193085" y="2092678"/>
                  </a:lnTo>
                  <a:lnTo>
                    <a:pt x="4205510" y="2123374"/>
                  </a:lnTo>
                  <a:lnTo>
                    <a:pt x="4217947" y="2153892"/>
                  </a:lnTo>
                  <a:lnTo>
                    <a:pt x="4230373" y="2184055"/>
                  </a:lnTo>
                  <a:lnTo>
                    <a:pt x="4242810" y="2213773"/>
                  </a:lnTo>
                  <a:lnTo>
                    <a:pt x="4255286" y="2243084"/>
                  </a:lnTo>
                  <a:lnTo>
                    <a:pt x="4267723" y="2271964"/>
                  </a:lnTo>
                  <a:lnTo>
                    <a:pt x="4280149" y="2300387"/>
                  </a:lnTo>
                  <a:lnTo>
                    <a:pt x="4292574" y="2328314"/>
                  </a:lnTo>
                  <a:lnTo>
                    <a:pt x="4305062" y="2355555"/>
                  </a:lnTo>
                  <a:lnTo>
                    <a:pt x="4317487" y="2382238"/>
                  </a:lnTo>
                  <a:lnTo>
                    <a:pt x="4329924" y="2408337"/>
                  </a:lnTo>
                  <a:lnTo>
                    <a:pt x="4342350" y="2433889"/>
                  </a:lnTo>
                  <a:lnTo>
                    <a:pt x="4354838" y="2458692"/>
                  </a:lnTo>
                  <a:lnTo>
                    <a:pt x="4367263" y="2482797"/>
                  </a:lnTo>
                  <a:lnTo>
                    <a:pt x="4379700" y="2506317"/>
                  </a:lnTo>
                  <a:lnTo>
                    <a:pt x="4392125" y="2529190"/>
                  </a:lnTo>
                  <a:lnTo>
                    <a:pt x="4404563" y="2551466"/>
                  </a:lnTo>
                  <a:lnTo>
                    <a:pt x="4417039" y="2572891"/>
                  </a:lnTo>
                  <a:lnTo>
                    <a:pt x="4429464" y="2593731"/>
                  </a:lnTo>
                  <a:lnTo>
                    <a:pt x="4441901" y="2614013"/>
                  </a:lnTo>
                  <a:lnTo>
                    <a:pt x="4454326" y="2633762"/>
                  </a:lnTo>
                  <a:lnTo>
                    <a:pt x="4466815" y="2652812"/>
                  </a:lnTo>
                  <a:lnTo>
                    <a:pt x="4479240" y="2671265"/>
                  </a:lnTo>
                  <a:lnTo>
                    <a:pt x="4491677" y="2689223"/>
                  </a:lnTo>
                  <a:lnTo>
                    <a:pt x="4504102" y="2706787"/>
                  </a:lnTo>
                  <a:lnTo>
                    <a:pt x="4516578" y="2723805"/>
                  </a:lnTo>
                  <a:lnTo>
                    <a:pt x="4529016" y="2740327"/>
                  </a:lnTo>
                  <a:lnTo>
                    <a:pt x="4541441" y="2756444"/>
                  </a:lnTo>
                  <a:lnTo>
                    <a:pt x="4553878" y="2772268"/>
                  </a:lnTo>
                  <a:lnTo>
                    <a:pt x="4566303" y="2787749"/>
                  </a:lnTo>
                  <a:lnTo>
                    <a:pt x="4578792" y="2802824"/>
                  </a:lnTo>
                  <a:lnTo>
                    <a:pt x="4591217" y="2817658"/>
                  </a:lnTo>
                  <a:lnTo>
                    <a:pt x="4603654" y="2832301"/>
                  </a:lnTo>
                  <a:lnTo>
                    <a:pt x="4616079" y="2846690"/>
                  </a:lnTo>
                  <a:lnTo>
                    <a:pt x="4628555" y="2860876"/>
                  </a:lnTo>
                  <a:lnTo>
                    <a:pt x="4640993" y="2874859"/>
                  </a:lnTo>
                  <a:lnTo>
                    <a:pt x="4653418" y="2888752"/>
                  </a:lnTo>
                  <a:lnTo>
                    <a:pt x="4665855" y="2902494"/>
                  </a:lnTo>
                  <a:lnTo>
                    <a:pt x="4678280" y="2916083"/>
                  </a:lnTo>
                  <a:lnTo>
                    <a:pt x="4690769" y="2929634"/>
                  </a:lnTo>
                  <a:lnTo>
                    <a:pt x="4703194" y="2943032"/>
                  </a:lnTo>
                  <a:lnTo>
                    <a:pt x="4715631" y="2956367"/>
                  </a:lnTo>
                  <a:lnTo>
                    <a:pt x="4728056" y="2969613"/>
                  </a:lnTo>
                  <a:lnTo>
                    <a:pt x="4740544" y="2982809"/>
                  </a:lnTo>
                  <a:lnTo>
                    <a:pt x="4752970" y="2995915"/>
                  </a:lnTo>
                  <a:lnTo>
                    <a:pt x="4765395" y="3008958"/>
                  </a:lnTo>
                  <a:lnTo>
                    <a:pt x="4777832" y="3021899"/>
                  </a:lnTo>
                  <a:lnTo>
                    <a:pt x="4790308" y="3034802"/>
                  </a:lnTo>
                  <a:lnTo>
                    <a:pt x="4802745" y="3047604"/>
                  </a:lnTo>
                  <a:lnTo>
                    <a:pt x="4815171" y="3060304"/>
                  </a:lnTo>
                  <a:lnTo>
                    <a:pt x="4827608" y="3072902"/>
                  </a:lnTo>
                  <a:lnTo>
                    <a:pt x="4840033" y="3085399"/>
                  </a:lnTo>
                  <a:lnTo>
                    <a:pt x="4852521" y="3097807"/>
                  </a:lnTo>
                  <a:lnTo>
                    <a:pt x="4864947" y="3110062"/>
                  </a:lnTo>
                  <a:lnTo>
                    <a:pt x="4877372" y="3122216"/>
                  </a:lnTo>
                  <a:lnTo>
                    <a:pt x="4889809" y="3134218"/>
                  </a:lnTo>
                  <a:lnTo>
                    <a:pt x="4902285" y="3146080"/>
                  </a:lnTo>
                  <a:lnTo>
                    <a:pt x="4914722" y="3157789"/>
                  </a:lnTo>
                  <a:lnTo>
                    <a:pt x="4927148" y="3169346"/>
                  </a:lnTo>
                  <a:lnTo>
                    <a:pt x="4939585" y="3180751"/>
                  </a:lnTo>
                  <a:lnTo>
                    <a:pt x="4952061" y="3192016"/>
                  </a:lnTo>
                  <a:lnTo>
                    <a:pt x="4964498" y="3203077"/>
                  </a:lnTo>
                  <a:lnTo>
                    <a:pt x="4976923" y="3213948"/>
                  </a:lnTo>
                  <a:lnTo>
                    <a:pt x="4989349" y="3224655"/>
                  </a:lnTo>
                  <a:lnTo>
                    <a:pt x="5001786" y="3235221"/>
                  </a:lnTo>
                  <a:lnTo>
                    <a:pt x="5014262" y="3245597"/>
                  </a:lnTo>
                  <a:lnTo>
                    <a:pt x="5026699" y="3255769"/>
                  </a:lnTo>
                  <a:lnTo>
                    <a:pt x="5039124" y="3265739"/>
                  </a:lnTo>
                  <a:lnTo>
                    <a:pt x="5051562" y="3275556"/>
                  </a:lnTo>
                  <a:lnTo>
                    <a:pt x="5064038" y="3285183"/>
                  </a:lnTo>
                  <a:lnTo>
                    <a:pt x="5076475" y="3294606"/>
                  </a:lnTo>
                  <a:lnTo>
                    <a:pt x="5088900" y="3303788"/>
                  </a:lnTo>
                  <a:lnTo>
                    <a:pt x="5101338" y="3312818"/>
                  </a:lnTo>
                  <a:lnTo>
                    <a:pt x="5113814" y="3321695"/>
                  </a:lnTo>
                  <a:lnTo>
                    <a:pt x="5126239" y="3330382"/>
                  </a:lnTo>
                  <a:lnTo>
                    <a:pt x="5138676" y="3338815"/>
                  </a:lnTo>
                  <a:lnTo>
                    <a:pt x="5151101" y="3347095"/>
                  </a:lnTo>
                  <a:lnTo>
                    <a:pt x="5163539" y="3355236"/>
                  </a:lnTo>
                  <a:lnTo>
                    <a:pt x="5176015" y="3363173"/>
                  </a:lnTo>
                  <a:lnTo>
                    <a:pt x="5188452" y="3370908"/>
                  </a:lnTo>
                  <a:lnTo>
                    <a:pt x="5200877" y="3378451"/>
                  </a:lnTo>
                  <a:lnTo>
                    <a:pt x="5213315" y="3385843"/>
                  </a:lnTo>
                  <a:lnTo>
                    <a:pt x="5225791" y="3393082"/>
                  </a:lnTo>
                  <a:lnTo>
                    <a:pt x="5238216" y="3400130"/>
                  </a:lnTo>
                  <a:lnTo>
                    <a:pt x="5250653" y="3407026"/>
                  </a:lnTo>
                  <a:lnTo>
                    <a:pt x="5263078" y="3413821"/>
                  </a:lnTo>
                  <a:lnTo>
                    <a:pt x="5275516" y="3420463"/>
                  </a:lnTo>
                  <a:lnTo>
                    <a:pt x="5287992" y="3426966"/>
                  </a:lnTo>
                  <a:lnTo>
                    <a:pt x="5300429" y="3433366"/>
                  </a:lnTo>
                  <a:lnTo>
                    <a:pt x="5312854" y="3439666"/>
                  </a:lnTo>
                  <a:lnTo>
                    <a:pt x="5325292" y="3445863"/>
                  </a:lnTo>
                  <a:lnTo>
                    <a:pt x="5337768" y="3451972"/>
                  </a:lnTo>
                  <a:lnTo>
                    <a:pt x="5350193" y="3458017"/>
                  </a:lnTo>
                  <a:lnTo>
                    <a:pt x="5375055" y="3470031"/>
                  </a:lnTo>
                  <a:lnTo>
                    <a:pt x="5387543" y="3475975"/>
                  </a:lnTo>
                  <a:lnTo>
                    <a:pt x="5424831" y="3493844"/>
                  </a:lnTo>
                  <a:lnTo>
                    <a:pt x="5437269" y="3499838"/>
                  </a:lnTo>
                  <a:lnTo>
                    <a:pt x="5449745" y="3505896"/>
                  </a:lnTo>
                  <a:lnTo>
                    <a:pt x="5462170" y="3511941"/>
                  </a:lnTo>
                  <a:lnTo>
                    <a:pt x="5474607" y="3518151"/>
                  </a:lnTo>
                  <a:lnTo>
                    <a:pt x="5487032" y="3524400"/>
                  </a:lnTo>
                  <a:lnTo>
                    <a:pt x="5499520" y="3530699"/>
                  </a:lnTo>
                  <a:lnTo>
                    <a:pt x="5511946" y="3537100"/>
                  </a:lnTo>
                  <a:lnTo>
                    <a:pt x="5524383" y="3543653"/>
                  </a:lnTo>
                  <a:lnTo>
                    <a:pt x="5536808" y="3550244"/>
                  </a:lnTo>
                  <a:lnTo>
                    <a:pt x="5549296" y="3556988"/>
                  </a:lnTo>
                  <a:lnTo>
                    <a:pt x="5561721" y="3563783"/>
                  </a:lnTo>
                  <a:lnTo>
                    <a:pt x="5574159" y="3570679"/>
                  </a:lnTo>
                  <a:lnTo>
                    <a:pt x="5586584" y="3577727"/>
                  </a:lnTo>
                  <a:lnTo>
                    <a:pt x="5599009" y="3584826"/>
                  </a:lnTo>
                  <a:lnTo>
                    <a:pt x="5611497" y="3592015"/>
                  </a:lnTo>
                  <a:lnTo>
                    <a:pt x="5623922" y="3599254"/>
                  </a:lnTo>
                  <a:lnTo>
                    <a:pt x="5648785" y="3614049"/>
                  </a:lnTo>
                  <a:lnTo>
                    <a:pt x="5661273" y="3621530"/>
                  </a:lnTo>
                  <a:lnTo>
                    <a:pt x="5686136" y="3636516"/>
                  </a:lnTo>
                  <a:lnTo>
                    <a:pt x="5698561" y="3644059"/>
                  </a:lnTo>
                  <a:lnTo>
                    <a:pt x="5711037" y="3651603"/>
                  </a:lnTo>
                  <a:lnTo>
                    <a:pt x="5723474" y="3659134"/>
                  </a:lnTo>
                  <a:lnTo>
                    <a:pt x="5748337" y="3674019"/>
                  </a:lnTo>
                  <a:lnTo>
                    <a:pt x="5760762" y="3681359"/>
                  </a:lnTo>
                  <a:lnTo>
                    <a:pt x="5773250" y="3688649"/>
                  </a:lnTo>
                  <a:lnTo>
                    <a:pt x="5785675" y="3695850"/>
                  </a:lnTo>
                  <a:lnTo>
                    <a:pt x="5798113" y="3702949"/>
                  </a:lnTo>
                  <a:lnTo>
                    <a:pt x="5810538" y="3709833"/>
                  </a:lnTo>
                  <a:lnTo>
                    <a:pt x="5823014" y="3716640"/>
                  </a:lnTo>
                  <a:lnTo>
                    <a:pt x="5835451" y="3723282"/>
                  </a:lnTo>
                  <a:lnTo>
                    <a:pt x="5847876" y="3729784"/>
                  </a:lnTo>
                  <a:lnTo>
                    <a:pt x="5860314" y="3736033"/>
                  </a:lnTo>
                  <a:lnTo>
                    <a:pt x="5872739" y="3742129"/>
                  </a:lnTo>
                  <a:lnTo>
                    <a:pt x="5885227" y="3748034"/>
                  </a:lnTo>
                  <a:lnTo>
                    <a:pt x="5897652" y="3753749"/>
                  </a:lnTo>
                  <a:lnTo>
                    <a:pt x="5910090" y="3759147"/>
                  </a:lnTo>
                  <a:lnTo>
                    <a:pt x="5922515" y="3764354"/>
                  </a:lnTo>
                  <a:lnTo>
                    <a:pt x="5934991" y="3769370"/>
                  </a:lnTo>
                  <a:lnTo>
                    <a:pt x="5947429" y="3774133"/>
                  </a:lnTo>
                  <a:lnTo>
                    <a:pt x="5959853" y="3778692"/>
                  </a:lnTo>
                  <a:lnTo>
                    <a:pt x="5972291" y="3782909"/>
                  </a:lnTo>
                  <a:lnTo>
                    <a:pt x="5984766" y="3786934"/>
                  </a:lnTo>
                  <a:lnTo>
                    <a:pt x="5997204" y="3790757"/>
                  </a:lnTo>
                  <a:lnTo>
                    <a:pt x="6009629" y="3794326"/>
                  </a:lnTo>
                  <a:lnTo>
                    <a:pt x="6022067" y="3797602"/>
                  </a:lnTo>
                  <a:lnTo>
                    <a:pt x="6034491" y="3800676"/>
                  </a:lnTo>
                  <a:lnTo>
                    <a:pt x="6046967" y="3803495"/>
                  </a:lnTo>
                  <a:lnTo>
                    <a:pt x="6059405" y="3806124"/>
                  </a:lnTo>
                  <a:lnTo>
                    <a:pt x="6071830" y="3808562"/>
                  </a:lnTo>
                  <a:lnTo>
                    <a:pt x="6084268" y="3810747"/>
                  </a:lnTo>
                  <a:lnTo>
                    <a:pt x="6096744" y="3812728"/>
                  </a:lnTo>
                  <a:lnTo>
                    <a:pt x="6109181" y="3814569"/>
                  </a:lnTo>
                  <a:lnTo>
                    <a:pt x="6121606" y="3816195"/>
                  </a:lnTo>
                  <a:lnTo>
                    <a:pt x="6134044" y="3817643"/>
                  </a:lnTo>
                  <a:lnTo>
                    <a:pt x="6146519" y="3818977"/>
                  </a:lnTo>
                  <a:lnTo>
                    <a:pt x="6158945" y="3820119"/>
                  </a:lnTo>
                  <a:lnTo>
                    <a:pt x="6171382" y="3821161"/>
                  </a:lnTo>
                  <a:lnTo>
                    <a:pt x="6183807" y="3822050"/>
                  </a:lnTo>
                  <a:lnTo>
                    <a:pt x="6196245" y="3822850"/>
                  </a:lnTo>
                  <a:lnTo>
                    <a:pt x="6208720" y="3823548"/>
                  </a:lnTo>
                  <a:lnTo>
                    <a:pt x="6221158" y="3824184"/>
                  </a:lnTo>
                  <a:lnTo>
                    <a:pt x="6246021" y="3825174"/>
                  </a:lnTo>
                  <a:lnTo>
                    <a:pt x="6258496" y="3825580"/>
                  </a:lnTo>
                  <a:lnTo>
                    <a:pt x="6283359" y="3826266"/>
                  </a:lnTo>
                  <a:lnTo>
                    <a:pt x="6295784" y="3826571"/>
                  </a:lnTo>
                  <a:lnTo>
                    <a:pt x="6308273" y="3826863"/>
                  </a:lnTo>
                  <a:lnTo>
                    <a:pt x="6320697" y="3827168"/>
                  </a:lnTo>
                  <a:lnTo>
                    <a:pt x="6333135" y="3827409"/>
                  </a:lnTo>
                  <a:lnTo>
                    <a:pt x="6357998" y="3828006"/>
                  </a:lnTo>
                </a:path>
              </a:pathLst>
            </a:custGeom>
            <a:noFill/>
            <a:ln w="27056" cap="flat">
              <a:solidFill>
                <a:srgbClr val="88ADCA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8" name="Freeform 1037">
              <a:extLst>
                <a:ext uri="{FF2B5EF4-FFF2-40B4-BE49-F238E27FC236}">
                  <a16:creationId xmlns:a16="http://schemas.microsoft.com/office/drawing/2014/main" id="{C8E2B05B-1B6C-7508-3056-26AA89A21893}"/>
                </a:ext>
              </a:extLst>
            </p:cNvPr>
            <p:cNvSpPr/>
            <p:nvPr/>
          </p:nvSpPr>
          <p:spPr>
            <a:xfrm>
              <a:off x="6839725" y="1437614"/>
              <a:ext cx="3478" cy="1242107"/>
            </a:xfrm>
            <a:custGeom>
              <a:avLst/>
              <a:gdLst>
                <a:gd name="connsiteX0" fmla="*/ 0 w 12678"/>
                <a:gd name="connsiteY0" fmla="*/ 4528051 h 4528050"/>
                <a:gd name="connsiteX1" fmla="*/ 0 w 12678"/>
                <a:gd name="connsiteY1" fmla="*/ 0 h 4528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78" h="4528050">
                  <a:moveTo>
                    <a:pt x="0" y="4528051"/>
                  </a:moveTo>
                  <a:lnTo>
                    <a:pt x="0" y="0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1" name="Freeform 1040">
              <a:extLst>
                <a:ext uri="{FF2B5EF4-FFF2-40B4-BE49-F238E27FC236}">
                  <a16:creationId xmlns:a16="http://schemas.microsoft.com/office/drawing/2014/main" id="{BF26C1EF-D936-21F3-9A18-4B580D798D60}"/>
                </a:ext>
              </a:extLst>
            </p:cNvPr>
            <p:cNvSpPr/>
            <p:nvPr/>
          </p:nvSpPr>
          <p:spPr>
            <a:xfrm>
              <a:off x="6240683" y="1568025"/>
              <a:ext cx="1744087" cy="1050075"/>
            </a:xfrm>
            <a:custGeom>
              <a:avLst/>
              <a:gdLst>
                <a:gd name="connsiteX0" fmla="*/ 0 w 6357997"/>
                <a:gd name="connsiteY0" fmla="*/ 3778451 h 3828006"/>
                <a:gd name="connsiteX1" fmla="*/ 12480 w 6357997"/>
                <a:gd name="connsiteY1" fmla="*/ 3775466 h 3828006"/>
                <a:gd name="connsiteX2" fmla="*/ 49772 w 6357997"/>
                <a:gd name="connsiteY2" fmla="*/ 3766538 h 3828006"/>
                <a:gd name="connsiteX3" fmla="*/ 62203 w 6357997"/>
                <a:gd name="connsiteY3" fmla="*/ 3763617 h 3828006"/>
                <a:gd name="connsiteX4" fmla="*/ 74684 w 6357997"/>
                <a:gd name="connsiteY4" fmla="*/ 3760633 h 3828006"/>
                <a:gd name="connsiteX5" fmla="*/ 87114 w 6357997"/>
                <a:gd name="connsiteY5" fmla="*/ 3757762 h 3828006"/>
                <a:gd name="connsiteX6" fmla="*/ 99546 w 6357997"/>
                <a:gd name="connsiteY6" fmla="*/ 3754829 h 3828006"/>
                <a:gd name="connsiteX7" fmla="*/ 111977 w 6357997"/>
                <a:gd name="connsiteY7" fmla="*/ 3751959 h 3828006"/>
                <a:gd name="connsiteX8" fmla="*/ 124458 w 6357997"/>
                <a:gd name="connsiteY8" fmla="*/ 3749076 h 3828006"/>
                <a:gd name="connsiteX9" fmla="*/ 136888 w 6357997"/>
                <a:gd name="connsiteY9" fmla="*/ 3746256 h 3828006"/>
                <a:gd name="connsiteX10" fmla="*/ 149319 w 6357997"/>
                <a:gd name="connsiteY10" fmla="*/ 3743373 h 3828006"/>
                <a:gd name="connsiteX11" fmla="*/ 161750 w 6357997"/>
                <a:gd name="connsiteY11" fmla="*/ 3740541 h 3828006"/>
                <a:gd name="connsiteX12" fmla="*/ 174230 w 6357997"/>
                <a:gd name="connsiteY12" fmla="*/ 3737773 h 3828006"/>
                <a:gd name="connsiteX13" fmla="*/ 186661 w 6357997"/>
                <a:gd name="connsiteY13" fmla="*/ 3734890 h 3828006"/>
                <a:gd name="connsiteX14" fmla="*/ 199093 w 6357997"/>
                <a:gd name="connsiteY14" fmla="*/ 3732058 h 3828006"/>
                <a:gd name="connsiteX15" fmla="*/ 223954 w 6357997"/>
                <a:gd name="connsiteY15" fmla="*/ 3726305 h 3828006"/>
                <a:gd name="connsiteX16" fmla="*/ 236435 w 6357997"/>
                <a:gd name="connsiteY16" fmla="*/ 3723333 h 3828006"/>
                <a:gd name="connsiteX17" fmla="*/ 248866 w 6357997"/>
                <a:gd name="connsiteY17" fmla="*/ 3720310 h 3828006"/>
                <a:gd name="connsiteX18" fmla="*/ 261296 w 6357997"/>
                <a:gd name="connsiteY18" fmla="*/ 3717186 h 3828006"/>
                <a:gd name="connsiteX19" fmla="*/ 273727 w 6357997"/>
                <a:gd name="connsiteY19" fmla="*/ 3714011 h 3828006"/>
                <a:gd name="connsiteX20" fmla="*/ 286208 w 6357997"/>
                <a:gd name="connsiteY20" fmla="*/ 3710684 h 3828006"/>
                <a:gd name="connsiteX21" fmla="*/ 298638 w 6357997"/>
                <a:gd name="connsiteY21" fmla="*/ 3707204 h 3828006"/>
                <a:gd name="connsiteX22" fmla="*/ 311069 w 6357997"/>
                <a:gd name="connsiteY22" fmla="*/ 3703584 h 3828006"/>
                <a:gd name="connsiteX23" fmla="*/ 323501 w 6357997"/>
                <a:gd name="connsiteY23" fmla="*/ 3699812 h 3828006"/>
                <a:gd name="connsiteX24" fmla="*/ 335982 w 6357997"/>
                <a:gd name="connsiteY24" fmla="*/ 3695799 h 3828006"/>
                <a:gd name="connsiteX25" fmla="*/ 348412 w 6357997"/>
                <a:gd name="connsiteY25" fmla="*/ 3691634 h 3828006"/>
                <a:gd name="connsiteX26" fmla="*/ 360843 w 6357997"/>
                <a:gd name="connsiteY26" fmla="*/ 3687163 h 3828006"/>
                <a:gd name="connsiteX27" fmla="*/ 373274 w 6357997"/>
                <a:gd name="connsiteY27" fmla="*/ 3682452 h 3828006"/>
                <a:gd name="connsiteX28" fmla="*/ 385704 w 6357997"/>
                <a:gd name="connsiteY28" fmla="*/ 3677498 h 3828006"/>
                <a:gd name="connsiteX29" fmla="*/ 398185 w 6357997"/>
                <a:gd name="connsiteY29" fmla="*/ 3672279 h 3828006"/>
                <a:gd name="connsiteX30" fmla="*/ 410616 w 6357997"/>
                <a:gd name="connsiteY30" fmla="*/ 3666678 h 3828006"/>
                <a:gd name="connsiteX31" fmla="*/ 423046 w 6357997"/>
                <a:gd name="connsiteY31" fmla="*/ 3660773 h 3828006"/>
                <a:gd name="connsiteX32" fmla="*/ 435478 w 6357997"/>
                <a:gd name="connsiteY32" fmla="*/ 3654524 h 3828006"/>
                <a:gd name="connsiteX33" fmla="*/ 447959 w 6357997"/>
                <a:gd name="connsiteY33" fmla="*/ 3647971 h 3828006"/>
                <a:gd name="connsiteX34" fmla="*/ 460390 w 6357997"/>
                <a:gd name="connsiteY34" fmla="*/ 3641075 h 3828006"/>
                <a:gd name="connsiteX35" fmla="*/ 472820 w 6357997"/>
                <a:gd name="connsiteY35" fmla="*/ 3633734 h 3828006"/>
                <a:gd name="connsiteX36" fmla="*/ 485251 w 6357997"/>
                <a:gd name="connsiteY36" fmla="*/ 3626051 h 3828006"/>
                <a:gd name="connsiteX37" fmla="*/ 497682 w 6357997"/>
                <a:gd name="connsiteY37" fmla="*/ 3618012 h 3828006"/>
                <a:gd name="connsiteX38" fmla="*/ 510162 w 6357997"/>
                <a:gd name="connsiteY38" fmla="*/ 3609630 h 3828006"/>
                <a:gd name="connsiteX39" fmla="*/ 522593 w 6357997"/>
                <a:gd name="connsiteY39" fmla="*/ 3600803 h 3828006"/>
                <a:gd name="connsiteX40" fmla="*/ 535025 w 6357997"/>
                <a:gd name="connsiteY40" fmla="*/ 3591570 h 3828006"/>
                <a:gd name="connsiteX41" fmla="*/ 547455 w 6357997"/>
                <a:gd name="connsiteY41" fmla="*/ 3582045 h 3828006"/>
                <a:gd name="connsiteX42" fmla="*/ 559935 w 6357997"/>
                <a:gd name="connsiteY42" fmla="*/ 3572228 h 3828006"/>
                <a:gd name="connsiteX43" fmla="*/ 572367 w 6357997"/>
                <a:gd name="connsiteY43" fmla="*/ 3561954 h 3828006"/>
                <a:gd name="connsiteX44" fmla="*/ 584798 w 6357997"/>
                <a:gd name="connsiteY44" fmla="*/ 3551337 h 3828006"/>
                <a:gd name="connsiteX45" fmla="*/ 597228 w 6357997"/>
                <a:gd name="connsiteY45" fmla="*/ 3540478 h 3828006"/>
                <a:gd name="connsiteX46" fmla="*/ 609709 w 6357997"/>
                <a:gd name="connsiteY46" fmla="*/ 3529315 h 3828006"/>
                <a:gd name="connsiteX47" fmla="*/ 622140 w 6357997"/>
                <a:gd name="connsiteY47" fmla="*/ 3517847 h 3828006"/>
                <a:gd name="connsiteX48" fmla="*/ 634570 w 6357997"/>
                <a:gd name="connsiteY48" fmla="*/ 3506099 h 3828006"/>
                <a:gd name="connsiteX49" fmla="*/ 647002 w 6357997"/>
                <a:gd name="connsiteY49" fmla="*/ 3494085 h 3828006"/>
                <a:gd name="connsiteX50" fmla="*/ 659433 w 6357997"/>
                <a:gd name="connsiteY50" fmla="*/ 3481880 h 3828006"/>
                <a:gd name="connsiteX51" fmla="*/ 671912 w 6357997"/>
                <a:gd name="connsiteY51" fmla="*/ 3469485 h 3828006"/>
                <a:gd name="connsiteX52" fmla="*/ 684344 w 6357997"/>
                <a:gd name="connsiteY52" fmla="*/ 3456874 h 3828006"/>
                <a:gd name="connsiteX53" fmla="*/ 696775 w 6357997"/>
                <a:gd name="connsiteY53" fmla="*/ 3444136 h 3828006"/>
                <a:gd name="connsiteX54" fmla="*/ 709210 w 6357997"/>
                <a:gd name="connsiteY54" fmla="*/ 3431284 h 3828006"/>
                <a:gd name="connsiteX55" fmla="*/ 721686 w 6357997"/>
                <a:gd name="connsiteY55" fmla="*/ 3418279 h 3828006"/>
                <a:gd name="connsiteX56" fmla="*/ 734123 w 6357997"/>
                <a:gd name="connsiteY56" fmla="*/ 3405185 h 3828006"/>
                <a:gd name="connsiteX57" fmla="*/ 758973 w 6357997"/>
                <a:gd name="connsiteY57" fmla="*/ 3378794 h 3828006"/>
                <a:gd name="connsiteX58" fmla="*/ 771462 w 6357997"/>
                <a:gd name="connsiteY58" fmla="*/ 3365498 h 3828006"/>
                <a:gd name="connsiteX59" fmla="*/ 783887 w 6357997"/>
                <a:gd name="connsiteY59" fmla="*/ 3352201 h 3828006"/>
                <a:gd name="connsiteX60" fmla="*/ 821187 w 6357997"/>
                <a:gd name="connsiteY60" fmla="*/ 3312170 h 3828006"/>
                <a:gd name="connsiteX61" fmla="*/ 833663 w 6357997"/>
                <a:gd name="connsiteY61" fmla="*/ 3298772 h 3828006"/>
                <a:gd name="connsiteX62" fmla="*/ 846100 w 6357997"/>
                <a:gd name="connsiteY62" fmla="*/ 3285424 h 3828006"/>
                <a:gd name="connsiteX63" fmla="*/ 858525 w 6357997"/>
                <a:gd name="connsiteY63" fmla="*/ 3272038 h 3828006"/>
                <a:gd name="connsiteX64" fmla="*/ 870950 w 6357997"/>
                <a:gd name="connsiteY64" fmla="*/ 3258691 h 3828006"/>
                <a:gd name="connsiteX65" fmla="*/ 883439 w 6357997"/>
                <a:gd name="connsiteY65" fmla="*/ 3245292 h 3828006"/>
                <a:gd name="connsiteX66" fmla="*/ 908301 w 6357997"/>
                <a:gd name="connsiteY66" fmla="*/ 3218406 h 3828006"/>
                <a:gd name="connsiteX67" fmla="*/ 920726 w 6357997"/>
                <a:gd name="connsiteY67" fmla="*/ 3204919 h 3828006"/>
                <a:gd name="connsiteX68" fmla="*/ 933215 w 6357997"/>
                <a:gd name="connsiteY68" fmla="*/ 3191317 h 3828006"/>
                <a:gd name="connsiteX69" fmla="*/ 945640 w 6357997"/>
                <a:gd name="connsiteY69" fmla="*/ 3177677 h 3828006"/>
                <a:gd name="connsiteX70" fmla="*/ 958077 w 6357997"/>
                <a:gd name="connsiteY70" fmla="*/ 3163987 h 3828006"/>
                <a:gd name="connsiteX71" fmla="*/ 970502 w 6357997"/>
                <a:gd name="connsiteY71" fmla="*/ 3150093 h 3828006"/>
                <a:gd name="connsiteX72" fmla="*/ 982927 w 6357997"/>
                <a:gd name="connsiteY72" fmla="*/ 3136110 h 3828006"/>
                <a:gd name="connsiteX73" fmla="*/ 995416 w 6357997"/>
                <a:gd name="connsiteY73" fmla="*/ 3122013 h 3828006"/>
                <a:gd name="connsiteX74" fmla="*/ 1007841 w 6357997"/>
                <a:gd name="connsiteY74" fmla="*/ 3107777 h 3828006"/>
                <a:gd name="connsiteX75" fmla="*/ 1020278 w 6357997"/>
                <a:gd name="connsiteY75" fmla="*/ 3093298 h 3828006"/>
                <a:gd name="connsiteX76" fmla="*/ 1032703 w 6357997"/>
                <a:gd name="connsiteY76" fmla="*/ 3078605 h 3828006"/>
                <a:gd name="connsiteX77" fmla="*/ 1045192 w 6357997"/>
                <a:gd name="connsiteY77" fmla="*/ 3063720 h 3828006"/>
                <a:gd name="connsiteX78" fmla="*/ 1057617 w 6357997"/>
                <a:gd name="connsiteY78" fmla="*/ 3048645 h 3828006"/>
                <a:gd name="connsiteX79" fmla="*/ 1070054 w 6357997"/>
                <a:gd name="connsiteY79" fmla="*/ 3033316 h 3828006"/>
                <a:gd name="connsiteX80" fmla="*/ 1082479 w 6357997"/>
                <a:gd name="connsiteY80" fmla="*/ 3017683 h 3828006"/>
                <a:gd name="connsiteX81" fmla="*/ 1094917 w 6357997"/>
                <a:gd name="connsiteY81" fmla="*/ 3001808 h 3828006"/>
                <a:gd name="connsiteX82" fmla="*/ 1107393 w 6357997"/>
                <a:gd name="connsiteY82" fmla="*/ 2985641 h 3828006"/>
                <a:gd name="connsiteX83" fmla="*/ 1119817 w 6357997"/>
                <a:gd name="connsiteY83" fmla="*/ 2969270 h 3828006"/>
                <a:gd name="connsiteX84" fmla="*/ 1132255 w 6357997"/>
                <a:gd name="connsiteY84" fmla="*/ 2952506 h 3828006"/>
                <a:gd name="connsiteX85" fmla="*/ 1144680 w 6357997"/>
                <a:gd name="connsiteY85" fmla="*/ 2935488 h 3828006"/>
                <a:gd name="connsiteX86" fmla="*/ 1157168 w 6357997"/>
                <a:gd name="connsiteY86" fmla="*/ 2918178 h 3828006"/>
                <a:gd name="connsiteX87" fmla="*/ 1169594 w 6357997"/>
                <a:gd name="connsiteY87" fmla="*/ 2900614 h 3828006"/>
                <a:gd name="connsiteX88" fmla="*/ 1182031 w 6357997"/>
                <a:gd name="connsiteY88" fmla="*/ 2882707 h 3828006"/>
                <a:gd name="connsiteX89" fmla="*/ 1194456 w 6357997"/>
                <a:gd name="connsiteY89" fmla="*/ 2864495 h 3828006"/>
                <a:gd name="connsiteX90" fmla="*/ 1206932 w 6357997"/>
                <a:gd name="connsiteY90" fmla="*/ 2846042 h 3828006"/>
                <a:gd name="connsiteX91" fmla="*/ 1219369 w 6357997"/>
                <a:gd name="connsiteY91" fmla="*/ 2827284 h 3828006"/>
                <a:gd name="connsiteX92" fmla="*/ 1231794 w 6357997"/>
                <a:gd name="connsiteY92" fmla="*/ 2808285 h 3828006"/>
                <a:gd name="connsiteX93" fmla="*/ 1244232 w 6357997"/>
                <a:gd name="connsiteY93" fmla="*/ 2788943 h 3828006"/>
                <a:gd name="connsiteX94" fmla="*/ 1256657 w 6357997"/>
                <a:gd name="connsiteY94" fmla="*/ 2769398 h 3828006"/>
                <a:gd name="connsiteX95" fmla="*/ 1269145 w 6357997"/>
                <a:gd name="connsiteY95" fmla="*/ 2749598 h 3828006"/>
                <a:gd name="connsiteX96" fmla="*/ 1281571 w 6357997"/>
                <a:gd name="connsiteY96" fmla="*/ 2729609 h 3828006"/>
                <a:gd name="connsiteX97" fmla="*/ 1294008 w 6357997"/>
                <a:gd name="connsiteY97" fmla="*/ 2709314 h 3828006"/>
                <a:gd name="connsiteX98" fmla="*/ 1306433 w 6357997"/>
                <a:gd name="connsiteY98" fmla="*/ 2688880 h 3828006"/>
                <a:gd name="connsiteX99" fmla="*/ 1318909 w 6357997"/>
                <a:gd name="connsiteY99" fmla="*/ 2668191 h 3828006"/>
                <a:gd name="connsiteX100" fmla="*/ 1331346 w 6357997"/>
                <a:gd name="connsiteY100" fmla="*/ 2647402 h 3828006"/>
                <a:gd name="connsiteX101" fmla="*/ 1343771 w 6357997"/>
                <a:gd name="connsiteY101" fmla="*/ 2626421 h 3828006"/>
                <a:gd name="connsiteX102" fmla="*/ 1356209 w 6357997"/>
                <a:gd name="connsiteY102" fmla="*/ 2605288 h 3828006"/>
                <a:gd name="connsiteX103" fmla="*/ 1368685 w 6357997"/>
                <a:gd name="connsiteY103" fmla="*/ 2584003 h 3828006"/>
                <a:gd name="connsiteX104" fmla="*/ 1381122 w 6357997"/>
                <a:gd name="connsiteY104" fmla="*/ 2562667 h 3828006"/>
                <a:gd name="connsiteX105" fmla="*/ 1393547 w 6357997"/>
                <a:gd name="connsiteY105" fmla="*/ 2541191 h 3828006"/>
                <a:gd name="connsiteX106" fmla="*/ 1405985 w 6357997"/>
                <a:gd name="connsiteY106" fmla="*/ 2519665 h 3828006"/>
                <a:gd name="connsiteX107" fmla="*/ 1418410 w 6357997"/>
                <a:gd name="connsiteY107" fmla="*/ 2498075 h 3828006"/>
                <a:gd name="connsiteX108" fmla="*/ 1430898 w 6357997"/>
                <a:gd name="connsiteY108" fmla="*/ 2476447 h 3828006"/>
                <a:gd name="connsiteX109" fmla="*/ 1443323 w 6357997"/>
                <a:gd name="connsiteY109" fmla="*/ 2454819 h 3828006"/>
                <a:gd name="connsiteX110" fmla="*/ 1468186 w 6357997"/>
                <a:gd name="connsiteY110" fmla="*/ 2411664 h 3828006"/>
                <a:gd name="connsiteX111" fmla="*/ 1480662 w 6357997"/>
                <a:gd name="connsiteY111" fmla="*/ 2390125 h 3828006"/>
                <a:gd name="connsiteX112" fmla="*/ 1493099 w 6357997"/>
                <a:gd name="connsiteY112" fmla="*/ 2368700 h 3828006"/>
                <a:gd name="connsiteX113" fmla="*/ 1505524 w 6357997"/>
                <a:gd name="connsiteY113" fmla="*/ 2347364 h 3828006"/>
                <a:gd name="connsiteX114" fmla="*/ 1517962 w 6357997"/>
                <a:gd name="connsiteY114" fmla="*/ 2326180 h 3828006"/>
                <a:gd name="connsiteX115" fmla="*/ 1530438 w 6357997"/>
                <a:gd name="connsiteY115" fmla="*/ 2305149 h 3828006"/>
                <a:gd name="connsiteX116" fmla="*/ 1542875 w 6357997"/>
                <a:gd name="connsiteY116" fmla="*/ 2284309 h 3828006"/>
                <a:gd name="connsiteX117" fmla="*/ 1555300 w 6357997"/>
                <a:gd name="connsiteY117" fmla="*/ 2263620 h 3828006"/>
                <a:gd name="connsiteX118" fmla="*/ 1567738 w 6357997"/>
                <a:gd name="connsiteY118" fmla="*/ 2243186 h 3828006"/>
                <a:gd name="connsiteX119" fmla="*/ 1580163 w 6357997"/>
                <a:gd name="connsiteY119" fmla="*/ 2223044 h 3828006"/>
                <a:gd name="connsiteX120" fmla="*/ 1592639 w 6357997"/>
                <a:gd name="connsiteY120" fmla="*/ 2203206 h 3828006"/>
                <a:gd name="connsiteX121" fmla="*/ 1605076 w 6357997"/>
                <a:gd name="connsiteY121" fmla="*/ 2183610 h 3828006"/>
                <a:gd name="connsiteX122" fmla="*/ 1617501 w 6357997"/>
                <a:gd name="connsiteY122" fmla="*/ 2164255 h 3828006"/>
                <a:gd name="connsiteX123" fmla="*/ 1629939 w 6357997"/>
                <a:gd name="connsiteY123" fmla="*/ 2145358 h 3828006"/>
                <a:gd name="connsiteX124" fmla="*/ 1642415 w 6357997"/>
                <a:gd name="connsiteY124" fmla="*/ 2126752 h 3828006"/>
                <a:gd name="connsiteX125" fmla="*/ 1654852 w 6357997"/>
                <a:gd name="connsiteY125" fmla="*/ 2108502 h 3828006"/>
                <a:gd name="connsiteX126" fmla="*/ 1667277 w 6357997"/>
                <a:gd name="connsiteY126" fmla="*/ 2090583 h 3828006"/>
                <a:gd name="connsiteX127" fmla="*/ 1679715 w 6357997"/>
                <a:gd name="connsiteY127" fmla="*/ 2073031 h 3828006"/>
                <a:gd name="connsiteX128" fmla="*/ 1692140 w 6357997"/>
                <a:gd name="connsiteY128" fmla="*/ 2055912 h 3828006"/>
                <a:gd name="connsiteX129" fmla="*/ 1704615 w 6357997"/>
                <a:gd name="connsiteY129" fmla="*/ 2039147 h 3828006"/>
                <a:gd name="connsiteX130" fmla="*/ 1717053 w 6357997"/>
                <a:gd name="connsiteY130" fmla="*/ 2022625 h 3828006"/>
                <a:gd name="connsiteX131" fmla="*/ 1729478 w 6357997"/>
                <a:gd name="connsiteY131" fmla="*/ 2006445 h 3828006"/>
                <a:gd name="connsiteX132" fmla="*/ 1741916 w 6357997"/>
                <a:gd name="connsiteY132" fmla="*/ 1990672 h 3828006"/>
                <a:gd name="connsiteX133" fmla="*/ 1754392 w 6357997"/>
                <a:gd name="connsiteY133" fmla="*/ 1975152 h 3828006"/>
                <a:gd name="connsiteX134" fmla="*/ 1766829 w 6357997"/>
                <a:gd name="connsiteY134" fmla="*/ 1959823 h 3828006"/>
                <a:gd name="connsiteX135" fmla="*/ 1779254 w 6357997"/>
                <a:gd name="connsiteY135" fmla="*/ 1944736 h 3828006"/>
                <a:gd name="connsiteX136" fmla="*/ 1791692 w 6357997"/>
                <a:gd name="connsiteY136" fmla="*/ 1929801 h 3828006"/>
                <a:gd name="connsiteX137" fmla="*/ 1804167 w 6357997"/>
                <a:gd name="connsiteY137" fmla="*/ 1915018 h 3828006"/>
                <a:gd name="connsiteX138" fmla="*/ 1841455 w 6357997"/>
                <a:gd name="connsiteY138" fmla="*/ 1870822 h 3828006"/>
                <a:gd name="connsiteX139" fmla="*/ 1853893 w 6357997"/>
                <a:gd name="connsiteY139" fmla="*/ 1855988 h 3828006"/>
                <a:gd name="connsiteX140" fmla="*/ 1866369 w 6357997"/>
                <a:gd name="connsiteY140" fmla="*/ 1841002 h 3828006"/>
                <a:gd name="connsiteX141" fmla="*/ 1878806 w 6357997"/>
                <a:gd name="connsiteY141" fmla="*/ 1825775 h 3828006"/>
                <a:gd name="connsiteX142" fmla="*/ 1891231 w 6357997"/>
                <a:gd name="connsiteY142" fmla="*/ 1810294 h 3828006"/>
                <a:gd name="connsiteX143" fmla="*/ 1903669 w 6357997"/>
                <a:gd name="connsiteY143" fmla="*/ 1794469 h 3828006"/>
                <a:gd name="connsiteX144" fmla="*/ 1916144 w 6357997"/>
                <a:gd name="connsiteY144" fmla="*/ 1778150 h 3828006"/>
                <a:gd name="connsiteX145" fmla="*/ 1928569 w 6357997"/>
                <a:gd name="connsiteY145" fmla="*/ 1761386 h 3828006"/>
                <a:gd name="connsiteX146" fmla="*/ 1941007 w 6357997"/>
                <a:gd name="connsiteY146" fmla="*/ 1744114 h 3828006"/>
                <a:gd name="connsiteX147" fmla="*/ 1953432 w 6357997"/>
                <a:gd name="connsiteY147" fmla="*/ 1726359 h 3828006"/>
                <a:gd name="connsiteX148" fmla="*/ 1965920 w 6357997"/>
                <a:gd name="connsiteY148" fmla="*/ 1707855 h 3828006"/>
                <a:gd name="connsiteX149" fmla="*/ 1978345 w 6357997"/>
                <a:gd name="connsiteY149" fmla="*/ 1688704 h 3828006"/>
                <a:gd name="connsiteX150" fmla="*/ 1990783 w 6357997"/>
                <a:gd name="connsiteY150" fmla="*/ 1668854 h 3828006"/>
                <a:gd name="connsiteX151" fmla="*/ 2003208 w 6357997"/>
                <a:gd name="connsiteY151" fmla="*/ 1648369 h 3828006"/>
                <a:gd name="connsiteX152" fmla="*/ 2015646 w 6357997"/>
                <a:gd name="connsiteY152" fmla="*/ 1627134 h 3828006"/>
                <a:gd name="connsiteX153" fmla="*/ 2028121 w 6357997"/>
                <a:gd name="connsiteY153" fmla="*/ 1604960 h 3828006"/>
                <a:gd name="connsiteX154" fmla="*/ 2040546 w 6357997"/>
                <a:gd name="connsiteY154" fmla="*/ 1582138 h 3828006"/>
                <a:gd name="connsiteX155" fmla="*/ 2052984 w 6357997"/>
                <a:gd name="connsiteY155" fmla="*/ 1558529 h 3828006"/>
                <a:gd name="connsiteX156" fmla="*/ 2065409 w 6357997"/>
                <a:gd name="connsiteY156" fmla="*/ 1534272 h 3828006"/>
                <a:gd name="connsiteX157" fmla="*/ 2077897 w 6357997"/>
                <a:gd name="connsiteY157" fmla="*/ 1509113 h 3828006"/>
                <a:gd name="connsiteX158" fmla="*/ 2090322 w 6357997"/>
                <a:gd name="connsiteY158" fmla="*/ 1483218 h 3828006"/>
                <a:gd name="connsiteX159" fmla="*/ 2102760 w 6357997"/>
                <a:gd name="connsiteY159" fmla="*/ 1456675 h 3828006"/>
                <a:gd name="connsiteX160" fmla="*/ 2115185 w 6357997"/>
                <a:gd name="connsiteY160" fmla="*/ 1429547 h 3828006"/>
                <a:gd name="connsiteX161" fmla="*/ 2127673 w 6357997"/>
                <a:gd name="connsiteY161" fmla="*/ 1401760 h 3828006"/>
                <a:gd name="connsiteX162" fmla="*/ 2140098 w 6357997"/>
                <a:gd name="connsiteY162" fmla="*/ 1373337 h 3828006"/>
                <a:gd name="connsiteX163" fmla="*/ 2152523 w 6357997"/>
                <a:gd name="connsiteY163" fmla="*/ 1344458 h 3828006"/>
                <a:gd name="connsiteX164" fmla="*/ 2164961 w 6357997"/>
                <a:gd name="connsiteY164" fmla="*/ 1315146 h 3828006"/>
                <a:gd name="connsiteX165" fmla="*/ 2177386 w 6357997"/>
                <a:gd name="connsiteY165" fmla="*/ 1285479 h 3828006"/>
                <a:gd name="connsiteX166" fmla="*/ 2189874 w 6357997"/>
                <a:gd name="connsiteY166" fmla="*/ 1255367 h 3828006"/>
                <a:gd name="connsiteX167" fmla="*/ 2202299 w 6357997"/>
                <a:gd name="connsiteY167" fmla="*/ 1225001 h 3828006"/>
                <a:gd name="connsiteX168" fmla="*/ 2214737 w 6357997"/>
                <a:gd name="connsiteY168" fmla="*/ 1194445 h 3828006"/>
                <a:gd name="connsiteX169" fmla="*/ 2227162 w 6357997"/>
                <a:gd name="connsiteY169" fmla="*/ 1163686 h 3828006"/>
                <a:gd name="connsiteX170" fmla="*/ 2239650 w 6357997"/>
                <a:gd name="connsiteY170" fmla="*/ 1132876 h 3828006"/>
                <a:gd name="connsiteX171" fmla="*/ 2264513 w 6357997"/>
                <a:gd name="connsiteY171" fmla="*/ 1071166 h 3828006"/>
                <a:gd name="connsiteX172" fmla="*/ 2276938 w 6357997"/>
                <a:gd name="connsiteY172" fmla="*/ 1040356 h 3828006"/>
                <a:gd name="connsiteX173" fmla="*/ 2289363 w 6357997"/>
                <a:gd name="connsiteY173" fmla="*/ 1009648 h 3828006"/>
                <a:gd name="connsiteX174" fmla="*/ 2301851 w 6357997"/>
                <a:gd name="connsiteY174" fmla="*/ 979142 h 3828006"/>
                <a:gd name="connsiteX175" fmla="*/ 2314276 w 6357997"/>
                <a:gd name="connsiteY175" fmla="*/ 948827 h 3828006"/>
                <a:gd name="connsiteX176" fmla="*/ 2326714 w 6357997"/>
                <a:gd name="connsiteY176" fmla="*/ 918715 h 3828006"/>
                <a:gd name="connsiteX177" fmla="*/ 2339139 w 6357997"/>
                <a:gd name="connsiteY177" fmla="*/ 888807 h 3828006"/>
                <a:gd name="connsiteX178" fmla="*/ 2351627 w 6357997"/>
                <a:gd name="connsiteY178" fmla="*/ 859279 h 3828006"/>
                <a:gd name="connsiteX179" fmla="*/ 2364052 w 6357997"/>
                <a:gd name="connsiteY179" fmla="*/ 830019 h 3828006"/>
                <a:gd name="connsiteX180" fmla="*/ 2376490 w 6357997"/>
                <a:gd name="connsiteY180" fmla="*/ 801088 h 3828006"/>
                <a:gd name="connsiteX181" fmla="*/ 2388915 w 6357997"/>
                <a:gd name="connsiteY181" fmla="*/ 772513 h 3828006"/>
                <a:gd name="connsiteX182" fmla="*/ 2401390 w 6357997"/>
                <a:gd name="connsiteY182" fmla="*/ 744192 h 3828006"/>
                <a:gd name="connsiteX183" fmla="*/ 2413828 w 6357997"/>
                <a:gd name="connsiteY183" fmla="*/ 716354 h 3828006"/>
                <a:gd name="connsiteX184" fmla="*/ 2426253 w 6357997"/>
                <a:gd name="connsiteY184" fmla="*/ 688871 h 3828006"/>
                <a:gd name="connsiteX185" fmla="*/ 2438691 w 6357997"/>
                <a:gd name="connsiteY185" fmla="*/ 661744 h 3828006"/>
                <a:gd name="connsiteX186" fmla="*/ 2451116 w 6357997"/>
                <a:gd name="connsiteY186" fmla="*/ 634896 h 3828006"/>
                <a:gd name="connsiteX187" fmla="*/ 2463604 w 6357997"/>
                <a:gd name="connsiteY187" fmla="*/ 608505 h 3828006"/>
                <a:gd name="connsiteX188" fmla="*/ 2476029 w 6357997"/>
                <a:gd name="connsiteY188" fmla="*/ 582508 h 3828006"/>
                <a:gd name="connsiteX189" fmla="*/ 2488467 w 6357997"/>
                <a:gd name="connsiteY189" fmla="*/ 556816 h 3828006"/>
                <a:gd name="connsiteX190" fmla="*/ 2500892 w 6357997"/>
                <a:gd name="connsiteY190" fmla="*/ 531518 h 3828006"/>
                <a:gd name="connsiteX191" fmla="*/ 2513367 w 6357997"/>
                <a:gd name="connsiteY191" fmla="*/ 506562 h 3828006"/>
                <a:gd name="connsiteX192" fmla="*/ 2525805 w 6357997"/>
                <a:gd name="connsiteY192" fmla="*/ 482102 h 3828006"/>
                <a:gd name="connsiteX193" fmla="*/ 2538230 w 6357997"/>
                <a:gd name="connsiteY193" fmla="*/ 457998 h 3828006"/>
                <a:gd name="connsiteX194" fmla="*/ 2550668 w 6357997"/>
                <a:gd name="connsiteY194" fmla="*/ 434236 h 3828006"/>
                <a:gd name="connsiteX195" fmla="*/ 2563144 w 6357997"/>
                <a:gd name="connsiteY195" fmla="*/ 410868 h 3828006"/>
                <a:gd name="connsiteX196" fmla="*/ 2575581 w 6357997"/>
                <a:gd name="connsiteY196" fmla="*/ 387995 h 3828006"/>
                <a:gd name="connsiteX197" fmla="*/ 2588006 w 6357997"/>
                <a:gd name="connsiteY197" fmla="*/ 365516 h 3828006"/>
                <a:gd name="connsiteX198" fmla="*/ 2600444 w 6357997"/>
                <a:gd name="connsiteY198" fmla="*/ 343545 h 3828006"/>
                <a:gd name="connsiteX199" fmla="*/ 2612869 w 6357997"/>
                <a:gd name="connsiteY199" fmla="*/ 321968 h 3828006"/>
                <a:gd name="connsiteX200" fmla="*/ 2625344 w 6357997"/>
                <a:gd name="connsiteY200" fmla="*/ 300835 h 3828006"/>
                <a:gd name="connsiteX201" fmla="*/ 2637782 w 6357997"/>
                <a:gd name="connsiteY201" fmla="*/ 280337 h 3828006"/>
                <a:gd name="connsiteX202" fmla="*/ 2650207 w 6357997"/>
                <a:gd name="connsiteY202" fmla="*/ 260398 h 3828006"/>
                <a:gd name="connsiteX203" fmla="*/ 2662645 w 6357997"/>
                <a:gd name="connsiteY203" fmla="*/ 240902 h 3828006"/>
                <a:gd name="connsiteX204" fmla="*/ 2675120 w 6357997"/>
                <a:gd name="connsiteY204" fmla="*/ 222002 h 3828006"/>
                <a:gd name="connsiteX205" fmla="*/ 2687558 w 6357997"/>
                <a:gd name="connsiteY205" fmla="*/ 203796 h 3828006"/>
                <a:gd name="connsiteX206" fmla="*/ 2699983 w 6357997"/>
                <a:gd name="connsiteY206" fmla="*/ 186284 h 3828006"/>
                <a:gd name="connsiteX207" fmla="*/ 2712421 w 6357997"/>
                <a:gd name="connsiteY207" fmla="*/ 169316 h 3828006"/>
                <a:gd name="connsiteX208" fmla="*/ 2724896 w 6357997"/>
                <a:gd name="connsiteY208" fmla="*/ 153045 h 3828006"/>
                <a:gd name="connsiteX209" fmla="*/ 2737334 w 6357997"/>
                <a:gd name="connsiteY209" fmla="*/ 137467 h 3828006"/>
                <a:gd name="connsiteX210" fmla="*/ 2749759 w 6357997"/>
                <a:gd name="connsiteY210" fmla="*/ 122784 h 3828006"/>
                <a:gd name="connsiteX211" fmla="*/ 2762184 w 6357997"/>
                <a:gd name="connsiteY211" fmla="*/ 108793 h 3828006"/>
                <a:gd name="connsiteX212" fmla="*/ 2774622 w 6357997"/>
                <a:gd name="connsiteY212" fmla="*/ 95547 h 3828006"/>
                <a:gd name="connsiteX213" fmla="*/ 2787097 w 6357997"/>
                <a:gd name="connsiteY213" fmla="*/ 83045 h 3828006"/>
                <a:gd name="connsiteX214" fmla="*/ 2799535 w 6357997"/>
                <a:gd name="connsiteY214" fmla="*/ 71487 h 3828006"/>
                <a:gd name="connsiteX215" fmla="*/ 2811960 w 6357997"/>
                <a:gd name="connsiteY215" fmla="*/ 60820 h 3828006"/>
                <a:gd name="connsiteX216" fmla="*/ 2824398 w 6357997"/>
                <a:gd name="connsiteY216" fmla="*/ 50899 h 3828006"/>
                <a:gd name="connsiteX217" fmla="*/ 2836873 w 6357997"/>
                <a:gd name="connsiteY217" fmla="*/ 41770 h 3828006"/>
                <a:gd name="connsiteX218" fmla="*/ 2849311 w 6357997"/>
                <a:gd name="connsiteY218" fmla="*/ 33585 h 3828006"/>
                <a:gd name="connsiteX219" fmla="*/ 2861736 w 6357997"/>
                <a:gd name="connsiteY219" fmla="*/ 26392 h 3828006"/>
                <a:gd name="connsiteX220" fmla="*/ 2874161 w 6357997"/>
                <a:gd name="connsiteY220" fmla="*/ 19992 h 3828006"/>
                <a:gd name="connsiteX221" fmla="*/ 2886599 w 6357997"/>
                <a:gd name="connsiteY221" fmla="*/ 14436 h 3828006"/>
                <a:gd name="connsiteX222" fmla="*/ 2899074 w 6357997"/>
                <a:gd name="connsiteY222" fmla="*/ 9723 h 3828006"/>
                <a:gd name="connsiteX223" fmla="*/ 2911512 w 6357997"/>
                <a:gd name="connsiteY223" fmla="*/ 6053 h 3828006"/>
                <a:gd name="connsiteX224" fmla="*/ 2923937 w 6357997"/>
                <a:gd name="connsiteY224" fmla="*/ 3274 h 3828006"/>
                <a:gd name="connsiteX225" fmla="*/ 2936374 w 6357997"/>
                <a:gd name="connsiteY225" fmla="*/ 1340 h 3828006"/>
                <a:gd name="connsiteX226" fmla="*/ 2948850 w 6357997"/>
                <a:gd name="connsiteY226" fmla="*/ 198 h 3828006"/>
                <a:gd name="connsiteX227" fmla="*/ 2961288 w 6357997"/>
                <a:gd name="connsiteY227" fmla="*/ 0 h 3828006"/>
                <a:gd name="connsiteX228" fmla="*/ 2973713 w 6357997"/>
                <a:gd name="connsiteY228" fmla="*/ 843 h 3828006"/>
                <a:gd name="connsiteX229" fmla="*/ 2986138 w 6357997"/>
                <a:gd name="connsiteY229" fmla="*/ 2480 h 3828006"/>
                <a:gd name="connsiteX230" fmla="*/ 2998626 w 6357997"/>
                <a:gd name="connsiteY230" fmla="*/ 4911 h 3828006"/>
                <a:gd name="connsiteX231" fmla="*/ 3011051 w 6357997"/>
                <a:gd name="connsiteY231" fmla="*/ 8185 h 3828006"/>
                <a:gd name="connsiteX232" fmla="*/ 3023489 w 6357997"/>
                <a:gd name="connsiteY232" fmla="*/ 12502 h 3828006"/>
                <a:gd name="connsiteX233" fmla="*/ 3035914 w 6357997"/>
                <a:gd name="connsiteY233" fmla="*/ 17710 h 3828006"/>
                <a:gd name="connsiteX234" fmla="*/ 3048351 w 6357997"/>
                <a:gd name="connsiteY234" fmla="*/ 23664 h 3828006"/>
                <a:gd name="connsiteX235" fmla="*/ 3060827 w 6357997"/>
                <a:gd name="connsiteY235" fmla="*/ 30410 h 3828006"/>
                <a:gd name="connsiteX236" fmla="*/ 3073265 w 6357997"/>
                <a:gd name="connsiteY236" fmla="*/ 38100 h 3828006"/>
                <a:gd name="connsiteX237" fmla="*/ 3085690 w 6357997"/>
                <a:gd name="connsiteY237" fmla="*/ 46732 h 3828006"/>
                <a:gd name="connsiteX238" fmla="*/ 3098127 w 6357997"/>
                <a:gd name="connsiteY238" fmla="*/ 56158 h 3828006"/>
                <a:gd name="connsiteX239" fmla="*/ 3110603 w 6357997"/>
                <a:gd name="connsiteY239" fmla="*/ 66327 h 3828006"/>
                <a:gd name="connsiteX240" fmla="*/ 3123028 w 6357997"/>
                <a:gd name="connsiteY240" fmla="*/ 77291 h 3828006"/>
                <a:gd name="connsiteX241" fmla="*/ 3135466 w 6357997"/>
                <a:gd name="connsiteY241" fmla="*/ 89296 h 3828006"/>
                <a:gd name="connsiteX242" fmla="*/ 3147891 w 6357997"/>
                <a:gd name="connsiteY242" fmla="*/ 101996 h 3828006"/>
                <a:gd name="connsiteX243" fmla="*/ 3160379 w 6357997"/>
                <a:gd name="connsiteY243" fmla="*/ 115490 h 3828006"/>
                <a:gd name="connsiteX244" fmla="*/ 3172804 w 6357997"/>
                <a:gd name="connsiteY244" fmla="*/ 129678 h 3828006"/>
                <a:gd name="connsiteX245" fmla="*/ 3185242 w 6357997"/>
                <a:gd name="connsiteY245" fmla="*/ 144661 h 3828006"/>
                <a:gd name="connsiteX246" fmla="*/ 3197667 w 6357997"/>
                <a:gd name="connsiteY246" fmla="*/ 160536 h 3828006"/>
                <a:gd name="connsiteX247" fmla="*/ 3210104 w 6357997"/>
                <a:gd name="connsiteY247" fmla="*/ 177006 h 3828006"/>
                <a:gd name="connsiteX248" fmla="*/ 3222580 w 6357997"/>
                <a:gd name="connsiteY248" fmla="*/ 194170 h 3828006"/>
                <a:gd name="connsiteX249" fmla="*/ 3235005 w 6357997"/>
                <a:gd name="connsiteY249" fmla="*/ 211931 h 3828006"/>
                <a:gd name="connsiteX250" fmla="*/ 3247443 w 6357997"/>
                <a:gd name="connsiteY250" fmla="*/ 230534 h 3828006"/>
                <a:gd name="connsiteX251" fmla="*/ 3259868 w 6357997"/>
                <a:gd name="connsiteY251" fmla="*/ 249683 h 3828006"/>
                <a:gd name="connsiteX252" fmla="*/ 3272356 w 6357997"/>
                <a:gd name="connsiteY252" fmla="*/ 269377 h 3828006"/>
                <a:gd name="connsiteX253" fmla="*/ 3284781 w 6357997"/>
                <a:gd name="connsiteY253" fmla="*/ 289570 h 3828006"/>
                <a:gd name="connsiteX254" fmla="*/ 3297219 w 6357997"/>
                <a:gd name="connsiteY254" fmla="*/ 310309 h 3828006"/>
                <a:gd name="connsiteX255" fmla="*/ 3309644 w 6357997"/>
                <a:gd name="connsiteY255" fmla="*/ 331594 h 3828006"/>
                <a:gd name="connsiteX256" fmla="*/ 3322119 w 6357997"/>
                <a:gd name="connsiteY256" fmla="*/ 353273 h 3828006"/>
                <a:gd name="connsiteX257" fmla="*/ 3334557 w 6357997"/>
                <a:gd name="connsiteY257" fmla="*/ 375244 h 3828006"/>
                <a:gd name="connsiteX258" fmla="*/ 3346982 w 6357997"/>
                <a:gd name="connsiteY258" fmla="*/ 397622 h 3828006"/>
                <a:gd name="connsiteX259" fmla="*/ 3359420 w 6357997"/>
                <a:gd name="connsiteY259" fmla="*/ 420342 h 3828006"/>
                <a:gd name="connsiteX260" fmla="*/ 3371845 w 6357997"/>
                <a:gd name="connsiteY260" fmla="*/ 443304 h 3828006"/>
                <a:gd name="connsiteX261" fmla="*/ 3384333 w 6357997"/>
                <a:gd name="connsiteY261" fmla="*/ 466481 h 3828006"/>
                <a:gd name="connsiteX262" fmla="*/ 3396758 w 6357997"/>
                <a:gd name="connsiteY262" fmla="*/ 489798 h 3828006"/>
                <a:gd name="connsiteX263" fmla="*/ 3409195 w 6357997"/>
                <a:gd name="connsiteY263" fmla="*/ 513255 h 3828006"/>
                <a:gd name="connsiteX264" fmla="*/ 3421621 w 6357997"/>
                <a:gd name="connsiteY264" fmla="*/ 536826 h 3828006"/>
                <a:gd name="connsiteX265" fmla="*/ 3434109 w 6357997"/>
                <a:gd name="connsiteY265" fmla="*/ 560385 h 3828006"/>
                <a:gd name="connsiteX266" fmla="*/ 3446534 w 6357997"/>
                <a:gd name="connsiteY266" fmla="*/ 584007 h 3828006"/>
                <a:gd name="connsiteX267" fmla="*/ 3458959 w 6357997"/>
                <a:gd name="connsiteY267" fmla="*/ 607565 h 3828006"/>
                <a:gd name="connsiteX268" fmla="*/ 3471397 w 6357997"/>
                <a:gd name="connsiteY268" fmla="*/ 631086 h 3828006"/>
                <a:gd name="connsiteX269" fmla="*/ 3483822 w 6357997"/>
                <a:gd name="connsiteY269" fmla="*/ 654492 h 3828006"/>
                <a:gd name="connsiteX270" fmla="*/ 3496310 w 6357997"/>
                <a:gd name="connsiteY270" fmla="*/ 677809 h 3828006"/>
                <a:gd name="connsiteX271" fmla="*/ 3508735 w 6357997"/>
                <a:gd name="connsiteY271" fmla="*/ 701025 h 3828006"/>
                <a:gd name="connsiteX272" fmla="*/ 3521172 w 6357997"/>
                <a:gd name="connsiteY272" fmla="*/ 724050 h 3828006"/>
                <a:gd name="connsiteX273" fmla="*/ 3533598 w 6357997"/>
                <a:gd name="connsiteY273" fmla="*/ 746872 h 3828006"/>
                <a:gd name="connsiteX274" fmla="*/ 3546086 w 6357997"/>
                <a:gd name="connsiteY274" fmla="*/ 769541 h 3828006"/>
                <a:gd name="connsiteX275" fmla="*/ 3558511 w 6357997"/>
                <a:gd name="connsiteY275" fmla="*/ 792008 h 3828006"/>
                <a:gd name="connsiteX276" fmla="*/ 3570948 w 6357997"/>
                <a:gd name="connsiteY276" fmla="*/ 814283 h 3828006"/>
                <a:gd name="connsiteX277" fmla="*/ 3583373 w 6357997"/>
                <a:gd name="connsiteY277" fmla="*/ 836318 h 3828006"/>
                <a:gd name="connsiteX278" fmla="*/ 3595849 w 6357997"/>
                <a:gd name="connsiteY278" fmla="*/ 858187 h 3828006"/>
                <a:gd name="connsiteX279" fmla="*/ 3608287 w 6357997"/>
                <a:gd name="connsiteY279" fmla="*/ 879917 h 3828006"/>
                <a:gd name="connsiteX280" fmla="*/ 3620712 w 6357997"/>
                <a:gd name="connsiteY280" fmla="*/ 901456 h 3828006"/>
                <a:gd name="connsiteX281" fmla="*/ 3633149 w 6357997"/>
                <a:gd name="connsiteY281" fmla="*/ 922830 h 3828006"/>
                <a:gd name="connsiteX282" fmla="*/ 3645574 w 6357997"/>
                <a:gd name="connsiteY282" fmla="*/ 944065 h 3828006"/>
                <a:gd name="connsiteX283" fmla="*/ 3658063 w 6357997"/>
                <a:gd name="connsiteY283" fmla="*/ 965198 h 3828006"/>
                <a:gd name="connsiteX284" fmla="*/ 3670488 w 6357997"/>
                <a:gd name="connsiteY284" fmla="*/ 986229 h 3828006"/>
                <a:gd name="connsiteX285" fmla="*/ 3682925 w 6357997"/>
                <a:gd name="connsiteY285" fmla="*/ 1007222 h 3828006"/>
                <a:gd name="connsiteX286" fmla="*/ 3695350 w 6357997"/>
                <a:gd name="connsiteY286" fmla="*/ 1028151 h 3828006"/>
                <a:gd name="connsiteX287" fmla="*/ 3707826 w 6357997"/>
                <a:gd name="connsiteY287" fmla="*/ 1049145 h 3828006"/>
                <a:gd name="connsiteX288" fmla="*/ 3720264 w 6357997"/>
                <a:gd name="connsiteY288" fmla="*/ 1070125 h 3828006"/>
                <a:gd name="connsiteX289" fmla="*/ 3732689 w 6357997"/>
                <a:gd name="connsiteY289" fmla="*/ 1091156 h 3828006"/>
                <a:gd name="connsiteX290" fmla="*/ 3745126 w 6357997"/>
                <a:gd name="connsiteY290" fmla="*/ 1112340 h 3828006"/>
                <a:gd name="connsiteX291" fmla="*/ 3757602 w 6357997"/>
                <a:gd name="connsiteY291" fmla="*/ 1133676 h 3828006"/>
                <a:gd name="connsiteX292" fmla="*/ 3770040 w 6357997"/>
                <a:gd name="connsiteY292" fmla="*/ 1155151 h 3828006"/>
                <a:gd name="connsiteX293" fmla="*/ 3782465 w 6357997"/>
                <a:gd name="connsiteY293" fmla="*/ 1176830 h 3828006"/>
                <a:gd name="connsiteX294" fmla="*/ 3794902 w 6357997"/>
                <a:gd name="connsiteY294" fmla="*/ 1198763 h 3828006"/>
                <a:gd name="connsiteX295" fmla="*/ 3807327 w 6357997"/>
                <a:gd name="connsiteY295" fmla="*/ 1220988 h 3828006"/>
                <a:gd name="connsiteX296" fmla="*/ 3819803 w 6357997"/>
                <a:gd name="connsiteY296" fmla="*/ 1243505 h 3828006"/>
                <a:gd name="connsiteX297" fmla="*/ 3832241 w 6357997"/>
                <a:gd name="connsiteY297" fmla="*/ 1266327 h 3828006"/>
                <a:gd name="connsiteX298" fmla="*/ 3844666 w 6357997"/>
                <a:gd name="connsiteY298" fmla="*/ 1289492 h 3828006"/>
                <a:gd name="connsiteX299" fmla="*/ 3857103 w 6357997"/>
                <a:gd name="connsiteY299" fmla="*/ 1313165 h 3828006"/>
                <a:gd name="connsiteX300" fmla="*/ 3869579 w 6357997"/>
                <a:gd name="connsiteY300" fmla="*/ 1337168 h 3828006"/>
                <a:gd name="connsiteX301" fmla="*/ 3882017 w 6357997"/>
                <a:gd name="connsiteY301" fmla="*/ 1361577 h 3828006"/>
                <a:gd name="connsiteX302" fmla="*/ 3894442 w 6357997"/>
                <a:gd name="connsiteY302" fmla="*/ 1386380 h 3828006"/>
                <a:gd name="connsiteX303" fmla="*/ 3906879 w 6357997"/>
                <a:gd name="connsiteY303" fmla="*/ 1411679 h 3828006"/>
                <a:gd name="connsiteX304" fmla="*/ 3919355 w 6357997"/>
                <a:gd name="connsiteY304" fmla="*/ 1437536 h 3828006"/>
                <a:gd name="connsiteX305" fmla="*/ 3931780 w 6357997"/>
                <a:gd name="connsiteY305" fmla="*/ 1463774 h 3828006"/>
                <a:gd name="connsiteX306" fmla="*/ 3944218 w 6357997"/>
                <a:gd name="connsiteY306" fmla="*/ 1490470 h 3828006"/>
                <a:gd name="connsiteX307" fmla="*/ 3956643 w 6357997"/>
                <a:gd name="connsiteY307" fmla="*/ 1517546 h 3828006"/>
                <a:gd name="connsiteX308" fmla="*/ 3969080 w 6357997"/>
                <a:gd name="connsiteY308" fmla="*/ 1545232 h 3828006"/>
                <a:gd name="connsiteX309" fmla="*/ 3981556 w 6357997"/>
                <a:gd name="connsiteY309" fmla="*/ 1573362 h 3828006"/>
                <a:gd name="connsiteX310" fmla="*/ 3993993 w 6357997"/>
                <a:gd name="connsiteY310" fmla="*/ 1601836 h 3828006"/>
                <a:gd name="connsiteX311" fmla="*/ 4006419 w 6357997"/>
                <a:gd name="connsiteY311" fmla="*/ 1630716 h 3828006"/>
                <a:gd name="connsiteX312" fmla="*/ 4018856 w 6357997"/>
                <a:gd name="connsiteY312" fmla="*/ 1660027 h 3828006"/>
                <a:gd name="connsiteX313" fmla="*/ 4031332 w 6357997"/>
                <a:gd name="connsiteY313" fmla="*/ 1689745 h 3828006"/>
                <a:gd name="connsiteX314" fmla="*/ 4043757 w 6357997"/>
                <a:gd name="connsiteY314" fmla="*/ 1719806 h 3828006"/>
                <a:gd name="connsiteX315" fmla="*/ 4056195 w 6357997"/>
                <a:gd name="connsiteY315" fmla="*/ 1750121 h 3828006"/>
                <a:gd name="connsiteX316" fmla="*/ 4068620 w 6357997"/>
                <a:gd name="connsiteY316" fmla="*/ 1780677 h 3828006"/>
                <a:gd name="connsiteX317" fmla="*/ 4081057 w 6357997"/>
                <a:gd name="connsiteY317" fmla="*/ 1811589 h 3828006"/>
                <a:gd name="connsiteX318" fmla="*/ 4093533 w 6357997"/>
                <a:gd name="connsiteY318" fmla="*/ 1842640 h 3828006"/>
                <a:gd name="connsiteX319" fmla="*/ 4105970 w 6357997"/>
                <a:gd name="connsiteY319" fmla="*/ 1873844 h 3828006"/>
                <a:gd name="connsiteX320" fmla="*/ 4118396 w 6357997"/>
                <a:gd name="connsiteY320" fmla="*/ 1905150 h 3828006"/>
                <a:gd name="connsiteX321" fmla="*/ 4130833 w 6357997"/>
                <a:gd name="connsiteY321" fmla="*/ 1936506 h 3828006"/>
                <a:gd name="connsiteX322" fmla="*/ 4143309 w 6357997"/>
                <a:gd name="connsiteY322" fmla="*/ 1967901 h 3828006"/>
                <a:gd name="connsiteX323" fmla="*/ 4155734 w 6357997"/>
                <a:gd name="connsiteY323" fmla="*/ 1999257 h 3828006"/>
                <a:gd name="connsiteX324" fmla="*/ 4168171 w 6357997"/>
                <a:gd name="connsiteY324" fmla="*/ 2030562 h 3828006"/>
                <a:gd name="connsiteX325" fmla="*/ 4180597 w 6357997"/>
                <a:gd name="connsiteY325" fmla="*/ 2061715 h 3828006"/>
                <a:gd name="connsiteX326" fmla="*/ 4193085 w 6357997"/>
                <a:gd name="connsiteY326" fmla="*/ 2092678 h 3828006"/>
                <a:gd name="connsiteX327" fmla="*/ 4205510 w 6357997"/>
                <a:gd name="connsiteY327" fmla="*/ 2123374 h 3828006"/>
                <a:gd name="connsiteX328" fmla="*/ 4217947 w 6357997"/>
                <a:gd name="connsiteY328" fmla="*/ 2153892 h 3828006"/>
                <a:gd name="connsiteX329" fmla="*/ 4230373 w 6357997"/>
                <a:gd name="connsiteY329" fmla="*/ 2184055 h 3828006"/>
                <a:gd name="connsiteX330" fmla="*/ 4242810 w 6357997"/>
                <a:gd name="connsiteY330" fmla="*/ 2213773 h 3828006"/>
                <a:gd name="connsiteX331" fmla="*/ 4255286 w 6357997"/>
                <a:gd name="connsiteY331" fmla="*/ 2243084 h 3828006"/>
                <a:gd name="connsiteX332" fmla="*/ 4267723 w 6357997"/>
                <a:gd name="connsiteY332" fmla="*/ 2271964 h 3828006"/>
                <a:gd name="connsiteX333" fmla="*/ 4280149 w 6357997"/>
                <a:gd name="connsiteY333" fmla="*/ 2300387 h 3828006"/>
                <a:gd name="connsiteX334" fmla="*/ 4292574 w 6357997"/>
                <a:gd name="connsiteY334" fmla="*/ 2328314 h 3828006"/>
                <a:gd name="connsiteX335" fmla="*/ 4305062 w 6357997"/>
                <a:gd name="connsiteY335" fmla="*/ 2355555 h 3828006"/>
                <a:gd name="connsiteX336" fmla="*/ 4317487 w 6357997"/>
                <a:gd name="connsiteY336" fmla="*/ 2382238 h 3828006"/>
                <a:gd name="connsiteX337" fmla="*/ 4329924 w 6357997"/>
                <a:gd name="connsiteY337" fmla="*/ 2408337 h 3828006"/>
                <a:gd name="connsiteX338" fmla="*/ 4342350 w 6357997"/>
                <a:gd name="connsiteY338" fmla="*/ 2433889 h 3828006"/>
                <a:gd name="connsiteX339" fmla="*/ 4354838 w 6357997"/>
                <a:gd name="connsiteY339" fmla="*/ 2458692 h 3828006"/>
                <a:gd name="connsiteX340" fmla="*/ 4367263 w 6357997"/>
                <a:gd name="connsiteY340" fmla="*/ 2482797 h 3828006"/>
                <a:gd name="connsiteX341" fmla="*/ 4379700 w 6357997"/>
                <a:gd name="connsiteY341" fmla="*/ 2506317 h 3828006"/>
                <a:gd name="connsiteX342" fmla="*/ 4392125 w 6357997"/>
                <a:gd name="connsiteY342" fmla="*/ 2529190 h 3828006"/>
                <a:gd name="connsiteX343" fmla="*/ 4404563 w 6357997"/>
                <a:gd name="connsiteY343" fmla="*/ 2551466 h 3828006"/>
                <a:gd name="connsiteX344" fmla="*/ 4417039 w 6357997"/>
                <a:gd name="connsiteY344" fmla="*/ 2572891 h 3828006"/>
                <a:gd name="connsiteX345" fmla="*/ 4429464 w 6357997"/>
                <a:gd name="connsiteY345" fmla="*/ 2593731 h 3828006"/>
                <a:gd name="connsiteX346" fmla="*/ 4441901 w 6357997"/>
                <a:gd name="connsiteY346" fmla="*/ 2614013 h 3828006"/>
                <a:gd name="connsiteX347" fmla="*/ 4454326 w 6357997"/>
                <a:gd name="connsiteY347" fmla="*/ 2633762 h 3828006"/>
                <a:gd name="connsiteX348" fmla="*/ 4466815 w 6357997"/>
                <a:gd name="connsiteY348" fmla="*/ 2652812 h 3828006"/>
                <a:gd name="connsiteX349" fmla="*/ 4479240 w 6357997"/>
                <a:gd name="connsiteY349" fmla="*/ 2671265 h 3828006"/>
                <a:gd name="connsiteX350" fmla="*/ 4491677 w 6357997"/>
                <a:gd name="connsiteY350" fmla="*/ 2689223 h 3828006"/>
                <a:gd name="connsiteX351" fmla="*/ 4504102 w 6357997"/>
                <a:gd name="connsiteY351" fmla="*/ 2706787 h 3828006"/>
                <a:gd name="connsiteX352" fmla="*/ 4516578 w 6357997"/>
                <a:gd name="connsiteY352" fmla="*/ 2723805 h 3828006"/>
                <a:gd name="connsiteX353" fmla="*/ 4529016 w 6357997"/>
                <a:gd name="connsiteY353" fmla="*/ 2740327 h 3828006"/>
                <a:gd name="connsiteX354" fmla="*/ 4541441 w 6357997"/>
                <a:gd name="connsiteY354" fmla="*/ 2756444 h 3828006"/>
                <a:gd name="connsiteX355" fmla="*/ 4553878 w 6357997"/>
                <a:gd name="connsiteY355" fmla="*/ 2772268 h 3828006"/>
                <a:gd name="connsiteX356" fmla="*/ 4566303 w 6357997"/>
                <a:gd name="connsiteY356" fmla="*/ 2787749 h 3828006"/>
                <a:gd name="connsiteX357" fmla="*/ 4578792 w 6357997"/>
                <a:gd name="connsiteY357" fmla="*/ 2802824 h 3828006"/>
                <a:gd name="connsiteX358" fmla="*/ 4591217 w 6357997"/>
                <a:gd name="connsiteY358" fmla="*/ 2817658 h 3828006"/>
                <a:gd name="connsiteX359" fmla="*/ 4603654 w 6357997"/>
                <a:gd name="connsiteY359" fmla="*/ 2832301 h 3828006"/>
                <a:gd name="connsiteX360" fmla="*/ 4616079 w 6357997"/>
                <a:gd name="connsiteY360" fmla="*/ 2846690 h 3828006"/>
                <a:gd name="connsiteX361" fmla="*/ 4628555 w 6357997"/>
                <a:gd name="connsiteY361" fmla="*/ 2860876 h 3828006"/>
                <a:gd name="connsiteX362" fmla="*/ 4640993 w 6357997"/>
                <a:gd name="connsiteY362" fmla="*/ 2874859 h 3828006"/>
                <a:gd name="connsiteX363" fmla="*/ 4653418 w 6357997"/>
                <a:gd name="connsiteY363" fmla="*/ 2888752 h 3828006"/>
                <a:gd name="connsiteX364" fmla="*/ 4665855 w 6357997"/>
                <a:gd name="connsiteY364" fmla="*/ 2902494 h 3828006"/>
                <a:gd name="connsiteX365" fmla="*/ 4678280 w 6357997"/>
                <a:gd name="connsiteY365" fmla="*/ 2916083 h 3828006"/>
                <a:gd name="connsiteX366" fmla="*/ 4690769 w 6357997"/>
                <a:gd name="connsiteY366" fmla="*/ 2929634 h 3828006"/>
                <a:gd name="connsiteX367" fmla="*/ 4703194 w 6357997"/>
                <a:gd name="connsiteY367" fmla="*/ 2943032 h 3828006"/>
                <a:gd name="connsiteX368" fmla="*/ 4715631 w 6357997"/>
                <a:gd name="connsiteY368" fmla="*/ 2956367 h 3828006"/>
                <a:gd name="connsiteX369" fmla="*/ 4728056 w 6357997"/>
                <a:gd name="connsiteY369" fmla="*/ 2969613 h 3828006"/>
                <a:gd name="connsiteX370" fmla="*/ 4740544 w 6357997"/>
                <a:gd name="connsiteY370" fmla="*/ 2982809 h 3828006"/>
                <a:gd name="connsiteX371" fmla="*/ 4752970 w 6357997"/>
                <a:gd name="connsiteY371" fmla="*/ 2995915 h 3828006"/>
                <a:gd name="connsiteX372" fmla="*/ 4765395 w 6357997"/>
                <a:gd name="connsiteY372" fmla="*/ 3008958 h 3828006"/>
                <a:gd name="connsiteX373" fmla="*/ 4777832 w 6357997"/>
                <a:gd name="connsiteY373" fmla="*/ 3021899 h 3828006"/>
                <a:gd name="connsiteX374" fmla="*/ 4790308 w 6357997"/>
                <a:gd name="connsiteY374" fmla="*/ 3034802 h 3828006"/>
                <a:gd name="connsiteX375" fmla="*/ 4802745 w 6357997"/>
                <a:gd name="connsiteY375" fmla="*/ 3047604 h 3828006"/>
                <a:gd name="connsiteX376" fmla="*/ 4815171 w 6357997"/>
                <a:gd name="connsiteY376" fmla="*/ 3060304 h 3828006"/>
                <a:gd name="connsiteX377" fmla="*/ 4827608 w 6357997"/>
                <a:gd name="connsiteY377" fmla="*/ 3072902 h 3828006"/>
                <a:gd name="connsiteX378" fmla="*/ 4840033 w 6357997"/>
                <a:gd name="connsiteY378" fmla="*/ 3085399 h 3828006"/>
                <a:gd name="connsiteX379" fmla="*/ 4852521 w 6357997"/>
                <a:gd name="connsiteY379" fmla="*/ 3097807 h 3828006"/>
                <a:gd name="connsiteX380" fmla="*/ 4864947 w 6357997"/>
                <a:gd name="connsiteY380" fmla="*/ 3110062 h 3828006"/>
                <a:gd name="connsiteX381" fmla="*/ 4877372 w 6357997"/>
                <a:gd name="connsiteY381" fmla="*/ 3122216 h 3828006"/>
                <a:gd name="connsiteX382" fmla="*/ 4889809 w 6357997"/>
                <a:gd name="connsiteY382" fmla="*/ 3134218 h 3828006"/>
                <a:gd name="connsiteX383" fmla="*/ 4902285 w 6357997"/>
                <a:gd name="connsiteY383" fmla="*/ 3146080 h 3828006"/>
                <a:gd name="connsiteX384" fmla="*/ 4914722 w 6357997"/>
                <a:gd name="connsiteY384" fmla="*/ 3157789 h 3828006"/>
                <a:gd name="connsiteX385" fmla="*/ 4927148 w 6357997"/>
                <a:gd name="connsiteY385" fmla="*/ 3169346 h 3828006"/>
                <a:gd name="connsiteX386" fmla="*/ 4939585 w 6357997"/>
                <a:gd name="connsiteY386" fmla="*/ 3180751 h 3828006"/>
                <a:gd name="connsiteX387" fmla="*/ 4952061 w 6357997"/>
                <a:gd name="connsiteY387" fmla="*/ 3192016 h 3828006"/>
                <a:gd name="connsiteX388" fmla="*/ 4964498 w 6357997"/>
                <a:gd name="connsiteY388" fmla="*/ 3203077 h 3828006"/>
                <a:gd name="connsiteX389" fmla="*/ 4976923 w 6357997"/>
                <a:gd name="connsiteY389" fmla="*/ 3213948 h 3828006"/>
                <a:gd name="connsiteX390" fmla="*/ 4989349 w 6357997"/>
                <a:gd name="connsiteY390" fmla="*/ 3224655 h 3828006"/>
                <a:gd name="connsiteX391" fmla="*/ 5001786 w 6357997"/>
                <a:gd name="connsiteY391" fmla="*/ 3235221 h 3828006"/>
                <a:gd name="connsiteX392" fmla="*/ 5014262 w 6357997"/>
                <a:gd name="connsiteY392" fmla="*/ 3245597 h 3828006"/>
                <a:gd name="connsiteX393" fmla="*/ 5026699 w 6357997"/>
                <a:gd name="connsiteY393" fmla="*/ 3255769 h 3828006"/>
                <a:gd name="connsiteX394" fmla="*/ 5039124 w 6357997"/>
                <a:gd name="connsiteY394" fmla="*/ 3265739 h 3828006"/>
                <a:gd name="connsiteX395" fmla="*/ 5051562 w 6357997"/>
                <a:gd name="connsiteY395" fmla="*/ 3275556 h 3828006"/>
                <a:gd name="connsiteX396" fmla="*/ 5064038 w 6357997"/>
                <a:gd name="connsiteY396" fmla="*/ 3285183 h 3828006"/>
                <a:gd name="connsiteX397" fmla="*/ 5076475 w 6357997"/>
                <a:gd name="connsiteY397" fmla="*/ 3294606 h 3828006"/>
                <a:gd name="connsiteX398" fmla="*/ 5088900 w 6357997"/>
                <a:gd name="connsiteY398" fmla="*/ 3303788 h 3828006"/>
                <a:gd name="connsiteX399" fmla="*/ 5101338 w 6357997"/>
                <a:gd name="connsiteY399" fmla="*/ 3312818 h 3828006"/>
                <a:gd name="connsiteX400" fmla="*/ 5113814 w 6357997"/>
                <a:gd name="connsiteY400" fmla="*/ 3321695 h 3828006"/>
                <a:gd name="connsiteX401" fmla="*/ 5126239 w 6357997"/>
                <a:gd name="connsiteY401" fmla="*/ 3330382 h 3828006"/>
                <a:gd name="connsiteX402" fmla="*/ 5138676 w 6357997"/>
                <a:gd name="connsiteY402" fmla="*/ 3338815 h 3828006"/>
                <a:gd name="connsiteX403" fmla="*/ 5151101 w 6357997"/>
                <a:gd name="connsiteY403" fmla="*/ 3347095 h 3828006"/>
                <a:gd name="connsiteX404" fmla="*/ 5163539 w 6357997"/>
                <a:gd name="connsiteY404" fmla="*/ 3355236 h 3828006"/>
                <a:gd name="connsiteX405" fmla="*/ 5176015 w 6357997"/>
                <a:gd name="connsiteY405" fmla="*/ 3363173 h 3828006"/>
                <a:gd name="connsiteX406" fmla="*/ 5188452 w 6357997"/>
                <a:gd name="connsiteY406" fmla="*/ 3370908 h 3828006"/>
                <a:gd name="connsiteX407" fmla="*/ 5200877 w 6357997"/>
                <a:gd name="connsiteY407" fmla="*/ 3378451 h 3828006"/>
                <a:gd name="connsiteX408" fmla="*/ 5213315 w 6357997"/>
                <a:gd name="connsiteY408" fmla="*/ 3385843 h 3828006"/>
                <a:gd name="connsiteX409" fmla="*/ 5225791 w 6357997"/>
                <a:gd name="connsiteY409" fmla="*/ 3393082 h 3828006"/>
                <a:gd name="connsiteX410" fmla="*/ 5238216 w 6357997"/>
                <a:gd name="connsiteY410" fmla="*/ 3400130 h 3828006"/>
                <a:gd name="connsiteX411" fmla="*/ 5250653 w 6357997"/>
                <a:gd name="connsiteY411" fmla="*/ 3407026 h 3828006"/>
                <a:gd name="connsiteX412" fmla="*/ 5263078 w 6357997"/>
                <a:gd name="connsiteY412" fmla="*/ 3413821 h 3828006"/>
                <a:gd name="connsiteX413" fmla="*/ 5275516 w 6357997"/>
                <a:gd name="connsiteY413" fmla="*/ 3420463 h 3828006"/>
                <a:gd name="connsiteX414" fmla="*/ 5287992 w 6357997"/>
                <a:gd name="connsiteY414" fmla="*/ 3426966 h 3828006"/>
                <a:gd name="connsiteX415" fmla="*/ 5300429 w 6357997"/>
                <a:gd name="connsiteY415" fmla="*/ 3433366 h 3828006"/>
                <a:gd name="connsiteX416" fmla="*/ 5312854 w 6357997"/>
                <a:gd name="connsiteY416" fmla="*/ 3439666 h 3828006"/>
                <a:gd name="connsiteX417" fmla="*/ 5325292 w 6357997"/>
                <a:gd name="connsiteY417" fmla="*/ 3445863 h 3828006"/>
                <a:gd name="connsiteX418" fmla="*/ 5337768 w 6357997"/>
                <a:gd name="connsiteY418" fmla="*/ 3451972 h 3828006"/>
                <a:gd name="connsiteX419" fmla="*/ 5350193 w 6357997"/>
                <a:gd name="connsiteY419" fmla="*/ 3458017 h 3828006"/>
                <a:gd name="connsiteX420" fmla="*/ 5375055 w 6357997"/>
                <a:gd name="connsiteY420" fmla="*/ 3470031 h 3828006"/>
                <a:gd name="connsiteX421" fmla="*/ 5387543 w 6357997"/>
                <a:gd name="connsiteY421" fmla="*/ 3475975 h 3828006"/>
                <a:gd name="connsiteX422" fmla="*/ 5424831 w 6357997"/>
                <a:gd name="connsiteY422" fmla="*/ 3493844 h 3828006"/>
                <a:gd name="connsiteX423" fmla="*/ 5437269 w 6357997"/>
                <a:gd name="connsiteY423" fmla="*/ 3499838 h 3828006"/>
                <a:gd name="connsiteX424" fmla="*/ 5449745 w 6357997"/>
                <a:gd name="connsiteY424" fmla="*/ 3505896 h 3828006"/>
                <a:gd name="connsiteX425" fmla="*/ 5462170 w 6357997"/>
                <a:gd name="connsiteY425" fmla="*/ 3511941 h 3828006"/>
                <a:gd name="connsiteX426" fmla="*/ 5474607 w 6357997"/>
                <a:gd name="connsiteY426" fmla="*/ 3518151 h 3828006"/>
                <a:gd name="connsiteX427" fmla="*/ 5487032 w 6357997"/>
                <a:gd name="connsiteY427" fmla="*/ 3524400 h 3828006"/>
                <a:gd name="connsiteX428" fmla="*/ 5499520 w 6357997"/>
                <a:gd name="connsiteY428" fmla="*/ 3530699 h 3828006"/>
                <a:gd name="connsiteX429" fmla="*/ 5511946 w 6357997"/>
                <a:gd name="connsiteY429" fmla="*/ 3537100 h 3828006"/>
                <a:gd name="connsiteX430" fmla="*/ 5524383 w 6357997"/>
                <a:gd name="connsiteY430" fmla="*/ 3543653 h 3828006"/>
                <a:gd name="connsiteX431" fmla="*/ 5536808 w 6357997"/>
                <a:gd name="connsiteY431" fmla="*/ 3550244 h 3828006"/>
                <a:gd name="connsiteX432" fmla="*/ 5549296 w 6357997"/>
                <a:gd name="connsiteY432" fmla="*/ 3556988 h 3828006"/>
                <a:gd name="connsiteX433" fmla="*/ 5561721 w 6357997"/>
                <a:gd name="connsiteY433" fmla="*/ 3563783 h 3828006"/>
                <a:gd name="connsiteX434" fmla="*/ 5574159 w 6357997"/>
                <a:gd name="connsiteY434" fmla="*/ 3570679 h 3828006"/>
                <a:gd name="connsiteX435" fmla="*/ 5586584 w 6357997"/>
                <a:gd name="connsiteY435" fmla="*/ 3577727 h 3828006"/>
                <a:gd name="connsiteX436" fmla="*/ 5599009 w 6357997"/>
                <a:gd name="connsiteY436" fmla="*/ 3584826 h 3828006"/>
                <a:gd name="connsiteX437" fmla="*/ 5611497 w 6357997"/>
                <a:gd name="connsiteY437" fmla="*/ 3592015 h 3828006"/>
                <a:gd name="connsiteX438" fmla="*/ 5623922 w 6357997"/>
                <a:gd name="connsiteY438" fmla="*/ 3599254 h 3828006"/>
                <a:gd name="connsiteX439" fmla="*/ 5648785 w 6357997"/>
                <a:gd name="connsiteY439" fmla="*/ 3614049 h 3828006"/>
                <a:gd name="connsiteX440" fmla="*/ 5661273 w 6357997"/>
                <a:gd name="connsiteY440" fmla="*/ 3621530 h 3828006"/>
                <a:gd name="connsiteX441" fmla="*/ 5686136 w 6357997"/>
                <a:gd name="connsiteY441" fmla="*/ 3636516 h 3828006"/>
                <a:gd name="connsiteX442" fmla="*/ 5698561 w 6357997"/>
                <a:gd name="connsiteY442" fmla="*/ 3644059 h 3828006"/>
                <a:gd name="connsiteX443" fmla="*/ 5711037 w 6357997"/>
                <a:gd name="connsiteY443" fmla="*/ 3651603 h 3828006"/>
                <a:gd name="connsiteX444" fmla="*/ 5723474 w 6357997"/>
                <a:gd name="connsiteY444" fmla="*/ 3659134 h 3828006"/>
                <a:gd name="connsiteX445" fmla="*/ 5748337 w 6357997"/>
                <a:gd name="connsiteY445" fmla="*/ 3674019 h 3828006"/>
                <a:gd name="connsiteX446" fmla="*/ 5760762 w 6357997"/>
                <a:gd name="connsiteY446" fmla="*/ 3681359 h 3828006"/>
                <a:gd name="connsiteX447" fmla="*/ 5773250 w 6357997"/>
                <a:gd name="connsiteY447" fmla="*/ 3688649 h 3828006"/>
                <a:gd name="connsiteX448" fmla="*/ 5785675 w 6357997"/>
                <a:gd name="connsiteY448" fmla="*/ 3695850 h 3828006"/>
                <a:gd name="connsiteX449" fmla="*/ 5798113 w 6357997"/>
                <a:gd name="connsiteY449" fmla="*/ 3702949 h 3828006"/>
                <a:gd name="connsiteX450" fmla="*/ 5810538 w 6357997"/>
                <a:gd name="connsiteY450" fmla="*/ 3709833 h 3828006"/>
                <a:gd name="connsiteX451" fmla="*/ 5823014 w 6357997"/>
                <a:gd name="connsiteY451" fmla="*/ 3716640 h 3828006"/>
                <a:gd name="connsiteX452" fmla="*/ 5835451 w 6357997"/>
                <a:gd name="connsiteY452" fmla="*/ 3723282 h 3828006"/>
                <a:gd name="connsiteX453" fmla="*/ 5847876 w 6357997"/>
                <a:gd name="connsiteY453" fmla="*/ 3729784 h 3828006"/>
                <a:gd name="connsiteX454" fmla="*/ 5860314 w 6357997"/>
                <a:gd name="connsiteY454" fmla="*/ 3736033 h 3828006"/>
                <a:gd name="connsiteX455" fmla="*/ 5872739 w 6357997"/>
                <a:gd name="connsiteY455" fmla="*/ 3742129 h 3828006"/>
                <a:gd name="connsiteX456" fmla="*/ 5885227 w 6357997"/>
                <a:gd name="connsiteY456" fmla="*/ 3748034 h 3828006"/>
                <a:gd name="connsiteX457" fmla="*/ 5897652 w 6357997"/>
                <a:gd name="connsiteY457" fmla="*/ 3753749 h 3828006"/>
                <a:gd name="connsiteX458" fmla="*/ 5910090 w 6357997"/>
                <a:gd name="connsiteY458" fmla="*/ 3759147 h 3828006"/>
                <a:gd name="connsiteX459" fmla="*/ 5922515 w 6357997"/>
                <a:gd name="connsiteY459" fmla="*/ 3764354 h 3828006"/>
                <a:gd name="connsiteX460" fmla="*/ 5934991 w 6357997"/>
                <a:gd name="connsiteY460" fmla="*/ 3769370 h 3828006"/>
                <a:gd name="connsiteX461" fmla="*/ 5947429 w 6357997"/>
                <a:gd name="connsiteY461" fmla="*/ 3774133 h 3828006"/>
                <a:gd name="connsiteX462" fmla="*/ 5959853 w 6357997"/>
                <a:gd name="connsiteY462" fmla="*/ 3778692 h 3828006"/>
                <a:gd name="connsiteX463" fmla="*/ 5972291 w 6357997"/>
                <a:gd name="connsiteY463" fmla="*/ 3782909 h 3828006"/>
                <a:gd name="connsiteX464" fmla="*/ 5984766 w 6357997"/>
                <a:gd name="connsiteY464" fmla="*/ 3786934 h 3828006"/>
                <a:gd name="connsiteX465" fmla="*/ 5997204 w 6357997"/>
                <a:gd name="connsiteY465" fmla="*/ 3790757 h 3828006"/>
                <a:gd name="connsiteX466" fmla="*/ 6009629 w 6357997"/>
                <a:gd name="connsiteY466" fmla="*/ 3794326 h 3828006"/>
                <a:gd name="connsiteX467" fmla="*/ 6022067 w 6357997"/>
                <a:gd name="connsiteY467" fmla="*/ 3797602 h 3828006"/>
                <a:gd name="connsiteX468" fmla="*/ 6034491 w 6357997"/>
                <a:gd name="connsiteY468" fmla="*/ 3800676 h 3828006"/>
                <a:gd name="connsiteX469" fmla="*/ 6046967 w 6357997"/>
                <a:gd name="connsiteY469" fmla="*/ 3803495 h 3828006"/>
                <a:gd name="connsiteX470" fmla="*/ 6059405 w 6357997"/>
                <a:gd name="connsiteY470" fmla="*/ 3806124 h 3828006"/>
                <a:gd name="connsiteX471" fmla="*/ 6071830 w 6357997"/>
                <a:gd name="connsiteY471" fmla="*/ 3808562 h 3828006"/>
                <a:gd name="connsiteX472" fmla="*/ 6084268 w 6357997"/>
                <a:gd name="connsiteY472" fmla="*/ 3810747 h 3828006"/>
                <a:gd name="connsiteX473" fmla="*/ 6096744 w 6357997"/>
                <a:gd name="connsiteY473" fmla="*/ 3812728 h 3828006"/>
                <a:gd name="connsiteX474" fmla="*/ 6109181 w 6357997"/>
                <a:gd name="connsiteY474" fmla="*/ 3814569 h 3828006"/>
                <a:gd name="connsiteX475" fmla="*/ 6121606 w 6357997"/>
                <a:gd name="connsiteY475" fmla="*/ 3816195 h 3828006"/>
                <a:gd name="connsiteX476" fmla="*/ 6134044 w 6357997"/>
                <a:gd name="connsiteY476" fmla="*/ 3817643 h 3828006"/>
                <a:gd name="connsiteX477" fmla="*/ 6146519 w 6357997"/>
                <a:gd name="connsiteY477" fmla="*/ 3818977 h 3828006"/>
                <a:gd name="connsiteX478" fmla="*/ 6158945 w 6357997"/>
                <a:gd name="connsiteY478" fmla="*/ 3820119 h 3828006"/>
                <a:gd name="connsiteX479" fmla="*/ 6171382 w 6357997"/>
                <a:gd name="connsiteY479" fmla="*/ 3821161 h 3828006"/>
                <a:gd name="connsiteX480" fmla="*/ 6183807 w 6357997"/>
                <a:gd name="connsiteY480" fmla="*/ 3822050 h 3828006"/>
                <a:gd name="connsiteX481" fmla="*/ 6196245 w 6357997"/>
                <a:gd name="connsiteY481" fmla="*/ 3822850 h 3828006"/>
                <a:gd name="connsiteX482" fmla="*/ 6208720 w 6357997"/>
                <a:gd name="connsiteY482" fmla="*/ 3823548 h 3828006"/>
                <a:gd name="connsiteX483" fmla="*/ 6221158 w 6357997"/>
                <a:gd name="connsiteY483" fmla="*/ 3824184 h 3828006"/>
                <a:gd name="connsiteX484" fmla="*/ 6246021 w 6357997"/>
                <a:gd name="connsiteY484" fmla="*/ 3825174 h 3828006"/>
                <a:gd name="connsiteX485" fmla="*/ 6258496 w 6357997"/>
                <a:gd name="connsiteY485" fmla="*/ 3825580 h 3828006"/>
                <a:gd name="connsiteX486" fmla="*/ 6283359 w 6357997"/>
                <a:gd name="connsiteY486" fmla="*/ 3826266 h 3828006"/>
                <a:gd name="connsiteX487" fmla="*/ 6295784 w 6357997"/>
                <a:gd name="connsiteY487" fmla="*/ 3826571 h 3828006"/>
                <a:gd name="connsiteX488" fmla="*/ 6308273 w 6357997"/>
                <a:gd name="connsiteY488" fmla="*/ 3826863 h 3828006"/>
                <a:gd name="connsiteX489" fmla="*/ 6320697 w 6357997"/>
                <a:gd name="connsiteY489" fmla="*/ 3827168 h 3828006"/>
                <a:gd name="connsiteX490" fmla="*/ 6333135 w 6357997"/>
                <a:gd name="connsiteY490" fmla="*/ 3827409 h 3828006"/>
                <a:gd name="connsiteX491" fmla="*/ 6357998 w 6357997"/>
                <a:gd name="connsiteY491" fmla="*/ 3828006 h 3828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</a:cxnLst>
              <a:rect l="l" t="t" r="r" b="b"/>
              <a:pathLst>
                <a:path w="6357997" h="3828006">
                  <a:moveTo>
                    <a:pt x="0" y="3778451"/>
                  </a:moveTo>
                  <a:lnTo>
                    <a:pt x="12480" y="3775466"/>
                  </a:lnTo>
                  <a:lnTo>
                    <a:pt x="49772" y="3766538"/>
                  </a:lnTo>
                  <a:lnTo>
                    <a:pt x="62203" y="3763617"/>
                  </a:lnTo>
                  <a:lnTo>
                    <a:pt x="74684" y="3760633"/>
                  </a:lnTo>
                  <a:lnTo>
                    <a:pt x="87114" y="3757762"/>
                  </a:lnTo>
                  <a:lnTo>
                    <a:pt x="99546" y="3754829"/>
                  </a:lnTo>
                  <a:lnTo>
                    <a:pt x="111977" y="3751959"/>
                  </a:lnTo>
                  <a:lnTo>
                    <a:pt x="124458" y="3749076"/>
                  </a:lnTo>
                  <a:lnTo>
                    <a:pt x="136888" y="3746256"/>
                  </a:lnTo>
                  <a:lnTo>
                    <a:pt x="149319" y="3743373"/>
                  </a:lnTo>
                  <a:lnTo>
                    <a:pt x="161750" y="3740541"/>
                  </a:lnTo>
                  <a:lnTo>
                    <a:pt x="174230" y="3737773"/>
                  </a:lnTo>
                  <a:lnTo>
                    <a:pt x="186661" y="3734890"/>
                  </a:lnTo>
                  <a:lnTo>
                    <a:pt x="199093" y="3732058"/>
                  </a:lnTo>
                  <a:lnTo>
                    <a:pt x="223954" y="3726305"/>
                  </a:lnTo>
                  <a:lnTo>
                    <a:pt x="236435" y="3723333"/>
                  </a:lnTo>
                  <a:lnTo>
                    <a:pt x="248866" y="3720310"/>
                  </a:lnTo>
                  <a:lnTo>
                    <a:pt x="261296" y="3717186"/>
                  </a:lnTo>
                  <a:lnTo>
                    <a:pt x="273727" y="3714011"/>
                  </a:lnTo>
                  <a:lnTo>
                    <a:pt x="286208" y="3710684"/>
                  </a:lnTo>
                  <a:lnTo>
                    <a:pt x="298638" y="3707204"/>
                  </a:lnTo>
                  <a:lnTo>
                    <a:pt x="311069" y="3703584"/>
                  </a:lnTo>
                  <a:lnTo>
                    <a:pt x="323501" y="3699812"/>
                  </a:lnTo>
                  <a:lnTo>
                    <a:pt x="335982" y="3695799"/>
                  </a:lnTo>
                  <a:lnTo>
                    <a:pt x="348412" y="3691634"/>
                  </a:lnTo>
                  <a:lnTo>
                    <a:pt x="360843" y="3687163"/>
                  </a:lnTo>
                  <a:lnTo>
                    <a:pt x="373274" y="3682452"/>
                  </a:lnTo>
                  <a:lnTo>
                    <a:pt x="385704" y="3677498"/>
                  </a:lnTo>
                  <a:lnTo>
                    <a:pt x="398185" y="3672279"/>
                  </a:lnTo>
                  <a:lnTo>
                    <a:pt x="410616" y="3666678"/>
                  </a:lnTo>
                  <a:lnTo>
                    <a:pt x="423046" y="3660773"/>
                  </a:lnTo>
                  <a:lnTo>
                    <a:pt x="435478" y="3654524"/>
                  </a:lnTo>
                  <a:lnTo>
                    <a:pt x="447959" y="3647971"/>
                  </a:lnTo>
                  <a:lnTo>
                    <a:pt x="460390" y="3641075"/>
                  </a:lnTo>
                  <a:lnTo>
                    <a:pt x="472820" y="3633734"/>
                  </a:lnTo>
                  <a:lnTo>
                    <a:pt x="485251" y="3626051"/>
                  </a:lnTo>
                  <a:lnTo>
                    <a:pt x="497682" y="3618012"/>
                  </a:lnTo>
                  <a:lnTo>
                    <a:pt x="510162" y="3609630"/>
                  </a:lnTo>
                  <a:lnTo>
                    <a:pt x="522593" y="3600803"/>
                  </a:lnTo>
                  <a:lnTo>
                    <a:pt x="535025" y="3591570"/>
                  </a:lnTo>
                  <a:lnTo>
                    <a:pt x="547455" y="3582045"/>
                  </a:lnTo>
                  <a:lnTo>
                    <a:pt x="559935" y="3572228"/>
                  </a:lnTo>
                  <a:lnTo>
                    <a:pt x="572367" y="3561954"/>
                  </a:lnTo>
                  <a:lnTo>
                    <a:pt x="584798" y="3551337"/>
                  </a:lnTo>
                  <a:lnTo>
                    <a:pt x="597228" y="3540478"/>
                  </a:lnTo>
                  <a:lnTo>
                    <a:pt x="609709" y="3529315"/>
                  </a:lnTo>
                  <a:lnTo>
                    <a:pt x="622140" y="3517847"/>
                  </a:lnTo>
                  <a:lnTo>
                    <a:pt x="634570" y="3506099"/>
                  </a:lnTo>
                  <a:lnTo>
                    <a:pt x="647002" y="3494085"/>
                  </a:lnTo>
                  <a:lnTo>
                    <a:pt x="659433" y="3481880"/>
                  </a:lnTo>
                  <a:lnTo>
                    <a:pt x="671912" y="3469485"/>
                  </a:lnTo>
                  <a:lnTo>
                    <a:pt x="684344" y="3456874"/>
                  </a:lnTo>
                  <a:lnTo>
                    <a:pt x="696775" y="3444136"/>
                  </a:lnTo>
                  <a:lnTo>
                    <a:pt x="709210" y="3431284"/>
                  </a:lnTo>
                  <a:lnTo>
                    <a:pt x="721686" y="3418279"/>
                  </a:lnTo>
                  <a:lnTo>
                    <a:pt x="734123" y="3405185"/>
                  </a:lnTo>
                  <a:lnTo>
                    <a:pt x="758973" y="3378794"/>
                  </a:lnTo>
                  <a:lnTo>
                    <a:pt x="771462" y="3365498"/>
                  </a:lnTo>
                  <a:lnTo>
                    <a:pt x="783887" y="3352201"/>
                  </a:lnTo>
                  <a:lnTo>
                    <a:pt x="821187" y="3312170"/>
                  </a:lnTo>
                  <a:lnTo>
                    <a:pt x="833663" y="3298772"/>
                  </a:lnTo>
                  <a:lnTo>
                    <a:pt x="846100" y="3285424"/>
                  </a:lnTo>
                  <a:lnTo>
                    <a:pt x="858525" y="3272038"/>
                  </a:lnTo>
                  <a:lnTo>
                    <a:pt x="870950" y="3258691"/>
                  </a:lnTo>
                  <a:lnTo>
                    <a:pt x="883439" y="3245292"/>
                  </a:lnTo>
                  <a:lnTo>
                    <a:pt x="908301" y="3218406"/>
                  </a:lnTo>
                  <a:lnTo>
                    <a:pt x="920726" y="3204919"/>
                  </a:lnTo>
                  <a:lnTo>
                    <a:pt x="933215" y="3191317"/>
                  </a:lnTo>
                  <a:lnTo>
                    <a:pt x="945640" y="3177677"/>
                  </a:lnTo>
                  <a:lnTo>
                    <a:pt x="958077" y="3163987"/>
                  </a:lnTo>
                  <a:lnTo>
                    <a:pt x="970502" y="3150093"/>
                  </a:lnTo>
                  <a:lnTo>
                    <a:pt x="982927" y="3136110"/>
                  </a:lnTo>
                  <a:lnTo>
                    <a:pt x="995416" y="3122013"/>
                  </a:lnTo>
                  <a:lnTo>
                    <a:pt x="1007841" y="3107777"/>
                  </a:lnTo>
                  <a:lnTo>
                    <a:pt x="1020278" y="3093298"/>
                  </a:lnTo>
                  <a:lnTo>
                    <a:pt x="1032703" y="3078605"/>
                  </a:lnTo>
                  <a:lnTo>
                    <a:pt x="1045192" y="3063720"/>
                  </a:lnTo>
                  <a:lnTo>
                    <a:pt x="1057617" y="3048645"/>
                  </a:lnTo>
                  <a:lnTo>
                    <a:pt x="1070054" y="3033316"/>
                  </a:lnTo>
                  <a:lnTo>
                    <a:pt x="1082479" y="3017683"/>
                  </a:lnTo>
                  <a:lnTo>
                    <a:pt x="1094917" y="3001808"/>
                  </a:lnTo>
                  <a:lnTo>
                    <a:pt x="1107393" y="2985641"/>
                  </a:lnTo>
                  <a:lnTo>
                    <a:pt x="1119817" y="2969270"/>
                  </a:lnTo>
                  <a:lnTo>
                    <a:pt x="1132255" y="2952506"/>
                  </a:lnTo>
                  <a:lnTo>
                    <a:pt x="1144680" y="2935488"/>
                  </a:lnTo>
                  <a:lnTo>
                    <a:pt x="1157168" y="2918178"/>
                  </a:lnTo>
                  <a:lnTo>
                    <a:pt x="1169594" y="2900614"/>
                  </a:lnTo>
                  <a:lnTo>
                    <a:pt x="1182031" y="2882707"/>
                  </a:lnTo>
                  <a:lnTo>
                    <a:pt x="1194456" y="2864495"/>
                  </a:lnTo>
                  <a:lnTo>
                    <a:pt x="1206932" y="2846042"/>
                  </a:lnTo>
                  <a:lnTo>
                    <a:pt x="1219369" y="2827284"/>
                  </a:lnTo>
                  <a:lnTo>
                    <a:pt x="1231794" y="2808285"/>
                  </a:lnTo>
                  <a:lnTo>
                    <a:pt x="1244232" y="2788943"/>
                  </a:lnTo>
                  <a:lnTo>
                    <a:pt x="1256657" y="2769398"/>
                  </a:lnTo>
                  <a:lnTo>
                    <a:pt x="1269145" y="2749598"/>
                  </a:lnTo>
                  <a:lnTo>
                    <a:pt x="1281571" y="2729609"/>
                  </a:lnTo>
                  <a:lnTo>
                    <a:pt x="1294008" y="2709314"/>
                  </a:lnTo>
                  <a:lnTo>
                    <a:pt x="1306433" y="2688880"/>
                  </a:lnTo>
                  <a:lnTo>
                    <a:pt x="1318909" y="2668191"/>
                  </a:lnTo>
                  <a:lnTo>
                    <a:pt x="1331346" y="2647402"/>
                  </a:lnTo>
                  <a:lnTo>
                    <a:pt x="1343771" y="2626421"/>
                  </a:lnTo>
                  <a:lnTo>
                    <a:pt x="1356209" y="2605288"/>
                  </a:lnTo>
                  <a:lnTo>
                    <a:pt x="1368685" y="2584003"/>
                  </a:lnTo>
                  <a:lnTo>
                    <a:pt x="1381122" y="2562667"/>
                  </a:lnTo>
                  <a:lnTo>
                    <a:pt x="1393547" y="2541191"/>
                  </a:lnTo>
                  <a:lnTo>
                    <a:pt x="1405985" y="2519665"/>
                  </a:lnTo>
                  <a:lnTo>
                    <a:pt x="1418410" y="2498075"/>
                  </a:lnTo>
                  <a:lnTo>
                    <a:pt x="1430898" y="2476447"/>
                  </a:lnTo>
                  <a:lnTo>
                    <a:pt x="1443323" y="2454819"/>
                  </a:lnTo>
                  <a:lnTo>
                    <a:pt x="1468186" y="2411664"/>
                  </a:lnTo>
                  <a:lnTo>
                    <a:pt x="1480662" y="2390125"/>
                  </a:lnTo>
                  <a:lnTo>
                    <a:pt x="1493099" y="2368700"/>
                  </a:lnTo>
                  <a:lnTo>
                    <a:pt x="1505524" y="2347364"/>
                  </a:lnTo>
                  <a:lnTo>
                    <a:pt x="1517962" y="2326180"/>
                  </a:lnTo>
                  <a:lnTo>
                    <a:pt x="1530438" y="2305149"/>
                  </a:lnTo>
                  <a:lnTo>
                    <a:pt x="1542875" y="2284309"/>
                  </a:lnTo>
                  <a:lnTo>
                    <a:pt x="1555300" y="2263620"/>
                  </a:lnTo>
                  <a:lnTo>
                    <a:pt x="1567738" y="2243186"/>
                  </a:lnTo>
                  <a:lnTo>
                    <a:pt x="1580163" y="2223044"/>
                  </a:lnTo>
                  <a:lnTo>
                    <a:pt x="1592639" y="2203206"/>
                  </a:lnTo>
                  <a:lnTo>
                    <a:pt x="1605076" y="2183610"/>
                  </a:lnTo>
                  <a:lnTo>
                    <a:pt x="1617501" y="2164255"/>
                  </a:lnTo>
                  <a:lnTo>
                    <a:pt x="1629939" y="2145358"/>
                  </a:lnTo>
                  <a:lnTo>
                    <a:pt x="1642415" y="2126752"/>
                  </a:lnTo>
                  <a:lnTo>
                    <a:pt x="1654852" y="2108502"/>
                  </a:lnTo>
                  <a:lnTo>
                    <a:pt x="1667277" y="2090583"/>
                  </a:lnTo>
                  <a:lnTo>
                    <a:pt x="1679715" y="2073031"/>
                  </a:lnTo>
                  <a:lnTo>
                    <a:pt x="1692140" y="2055912"/>
                  </a:lnTo>
                  <a:lnTo>
                    <a:pt x="1704615" y="2039147"/>
                  </a:lnTo>
                  <a:lnTo>
                    <a:pt x="1717053" y="2022625"/>
                  </a:lnTo>
                  <a:lnTo>
                    <a:pt x="1729478" y="2006445"/>
                  </a:lnTo>
                  <a:lnTo>
                    <a:pt x="1741916" y="1990672"/>
                  </a:lnTo>
                  <a:lnTo>
                    <a:pt x="1754392" y="1975152"/>
                  </a:lnTo>
                  <a:lnTo>
                    <a:pt x="1766829" y="1959823"/>
                  </a:lnTo>
                  <a:lnTo>
                    <a:pt x="1779254" y="1944736"/>
                  </a:lnTo>
                  <a:lnTo>
                    <a:pt x="1791692" y="1929801"/>
                  </a:lnTo>
                  <a:lnTo>
                    <a:pt x="1804167" y="1915018"/>
                  </a:lnTo>
                  <a:lnTo>
                    <a:pt x="1841455" y="1870822"/>
                  </a:lnTo>
                  <a:lnTo>
                    <a:pt x="1853893" y="1855988"/>
                  </a:lnTo>
                  <a:lnTo>
                    <a:pt x="1866369" y="1841002"/>
                  </a:lnTo>
                  <a:lnTo>
                    <a:pt x="1878806" y="1825775"/>
                  </a:lnTo>
                  <a:lnTo>
                    <a:pt x="1891231" y="1810294"/>
                  </a:lnTo>
                  <a:lnTo>
                    <a:pt x="1903669" y="1794469"/>
                  </a:lnTo>
                  <a:lnTo>
                    <a:pt x="1916144" y="1778150"/>
                  </a:lnTo>
                  <a:lnTo>
                    <a:pt x="1928569" y="1761386"/>
                  </a:lnTo>
                  <a:lnTo>
                    <a:pt x="1941007" y="1744114"/>
                  </a:lnTo>
                  <a:lnTo>
                    <a:pt x="1953432" y="1726359"/>
                  </a:lnTo>
                  <a:lnTo>
                    <a:pt x="1965920" y="1707855"/>
                  </a:lnTo>
                  <a:lnTo>
                    <a:pt x="1978345" y="1688704"/>
                  </a:lnTo>
                  <a:lnTo>
                    <a:pt x="1990783" y="1668854"/>
                  </a:lnTo>
                  <a:lnTo>
                    <a:pt x="2003208" y="1648369"/>
                  </a:lnTo>
                  <a:lnTo>
                    <a:pt x="2015646" y="1627134"/>
                  </a:lnTo>
                  <a:lnTo>
                    <a:pt x="2028121" y="1604960"/>
                  </a:lnTo>
                  <a:lnTo>
                    <a:pt x="2040546" y="1582138"/>
                  </a:lnTo>
                  <a:lnTo>
                    <a:pt x="2052984" y="1558529"/>
                  </a:lnTo>
                  <a:lnTo>
                    <a:pt x="2065409" y="1534272"/>
                  </a:lnTo>
                  <a:lnTo>
                    <a:pt x="2077897" y="1509113"/>
                  </a:lnTo>
                  <a:lnTo>
                    <a:pt x="2090322" y="1483218"/>
                  </a:lnTo>
                  <a:lnTo>
                    <a:pt x="2102760" y="1456675"/>
                  </a:lnTo>
                  <a:lnTo>
                    <a:pt x="2115185" y="1429547"/>
                  </a:lnTo>
                  <a:lnTo>
                    <a:pt x="2127673" y="1401760"/>
                  </a:lnTo>
                  <a:lnTo>
                    <a:pt x="2140098" y="1373337"/>
                  </a:lnTo>
                  <a:lnTo>
                    <a:pt x="2152523" y="1344458"/>
                  </a:lnTo>
                  <a:lnTo>
                    <a:pt x="2164961" y="1315146"/>
                  </a:lnTo>
                  <a:lnTo>
                    <a:pt x="2177386" y="1285479"/>
                  </a:lnTo>
                  <a:lnTo>
                    <a:pt x="2189874" y="1255367"/>
                  </a:lnTo>
                  <a:lnTo>
                    <a:pt x="2202299" y="1225001"/>
                  </a:lnTo>
                  <a:lnTo>
                    <a:pt x="2214737" y="1194445"/>
                  </a:lnTo>
                  <a:lnTo>
                    <a:pt x="2227162" y="1163686"/>
                  </a:lnTo>
                  <a:lnTo>
                    <a:pt x="2239650" y="1132876"/>
                  </a:lnTo>
                  <a:lnTo>
                    <a:pt x="2264513" y="1071166"/>
                  </a:lnTo>
                  <a:lnTo>
                    <a:pt x="2276938" y="1040356"/>
                  </a:lnTo>
                  <a:lnTo>
                    <a:pt x="2289363" y="1009648"/>
                  </a:lnTo>
                  <a:lnTo>
                    <a:pt x="2301851" y="979142"/>
                  </a:lnTo>
                  <a:lnTo>
                    <a:pt x="2314276" y="948827"/>
                  </a:lnTo>
                  <a:lnTo>
                    <a:pt x="2326714" y="918715"/>
                  </a:lnTo>
                  <a:lnTo>
                    <a:pt x="2339139" y="888807"/>
                  </a:lnTo>
                  <a:lnTo>
                    <a:pt x="2351627" y="859279"/>
                  </a:lnTo>
                  <a:lnTo>
                    <a:pt x="2364052" y="830019"/>
                  </a:lnTo>
                  <a:lnTo>
                    <a:pt x="2376490" y="801088"/>
                  </a:lnTo>
                  <a:lnTo>
                    <a:pt x="2388915" y="772513"/>
                  </a:lnTo>
                  <a:lnTo>
                    <a:pt x="2401390" y="744192"/>
                  </a:lnTo>
                  <a:lnTo>
                    <a:pt x="2413828" y="716354"/>
                  </a:lnTo>
                  <a:lnTo>
                    <a:pt x="2426253" y="688871"/>
                  </a:lnTo>
                  <a:lnTo>
                    <a:pt x="2438691" y="661744"/>
                  </a:lnTo>
                  <a:lnTo>
                    <a:pt x="2451116" y="634896"/>
                  </a:lnTo>
                  <a:lnTo>
                    <a:pt x="2463604" y="608505"/>
                  </a:lnTo>
                  <a:lnTo>
                    <a:pt x="2476029" y="582508"/>
                  </a:lnTo>
                  <a:lnTo>
                    <a:pt x="2488467" y="556816"/>
                  </a:lnTo>
                  <a:lnTo>
                    <a:pt x="2500892" y="531518"/>
                  </a:lnTo>
                  <a:lnTo>
                    <a:pt x="2513367" y="506562"/>
                  </a:lnTo>
                  <a:lnTo>
                    <a:pt x="2525805" y="482102"/>
                  </a:lnTo>
                  <a:lnTo>
                    <a:pt x="2538230" y="457998"/>
                  </a:lnTo>
                  <a:lnTo>
                    <a:pt x="2550668" y="434236"/>
                  </a:lnTo>
                  <a:lnTo>
                    <a:pt x="2563144" y="410868"/>
                  </a:lnTo>
                  <a:lnTo>
                    <a:pt x="2575581" y="387995"/>
                  </a:lnTo>
                  <a:lnTo>
                    <a:pt x="2588006" y="365516"/>
                  </a:lnTo>
                  <a:lnTo>
                    <a:pt x="2600444" y="343545"/>
                  </a:lnTo>
                  <a:lnTo>
                    <a:pt x="2612869" y="321968"/>
                  </a:lnTo>
                  <a:lnTo>
                    <a:pt x="2625344" y="300835"/>
                  </a:lnTo>
                  <a:lnTo>
                    <a:pt x="2637782" y="280337"/>
                  </a:lnTo>
                  <a:lnTo>
                    <a:pt x="2650207" y="260398"/>
                  </a:lnTo>
                  <a:lnTo>
                    <a:pt x="2662645" y="240902"/>
                  </a:lnTo>
                  <a:lnTo>
                    <a:pt x="2675120" y="222002"/>
                  </a:lnTo>
                  <a:lnTo>
                    <a:pt x="2687558" y="203796"/>
                  </a:lnTo>
                  <a:lnTo>
                    <a:pt x="2699983" y="186284"/>
                  </a:lnTo>
                  <a:lnTo>
                    <a:pt x="2712421" y="169316"/>
                  </a:lnTo>
                  <a:lnTo>
                    <a:pt x="2724896" y="153045"/>
                  </a:lnTo>
                  <a:lnTo>
                    <a:pt x="2737334" y="137467"/>
                  </a:lnTo>
                  <a:lnTo>
                    <a:pt x="2749759" y="122784"/>
                  </a:lnTo>
                  <a:lnTo>
                    <a:pt x="2762184" y="108793"/>
                  </a:lnTo>
                  <a:lnTo>
                    <a:pt x="2774622" y="95547"/>
                  </a:lnTo>
                  <a:lnTo>
                    <a:pt x="2787097" y="83045"/>
                  </a:lnTo>
                  <a:lnTo>
                    <a:pt x="2799535" y="71487"/>
                  </a:lnTo>
                  <a:lnTo>
                    <a:pt x="2811960" y="60820"/>
                  </a:lnTo>
                  <a:lnTo>
                    <a:pt x="2824398" y="50899"/>
                  </a:lnTo>
                  <a:lnTo>
                    <a:pt x="2836873" y="41770"/>
                  </a:lnTo>
                  <a:lnTo>
                    <a:pt x="2849311" y="33585"/>
                  </a:lnTo>
                  <a:lnTo>
                    <a:pt x="2861736" y="26392"/>
                  </a:lnTo>
                  <a:lnTo>
                    <a:pt x="2874161" y="19992"/>
                  </a:lnTo>
                  <a:lnTo>
                    <a:pt x="2886599" y="14436"/>
                  </a:lnTo>
                  <a:lnTo>
                    <a:pt x="2899074" y="9723"/>
                  </a:lnTo>
                  <a:lnTo>
                    <a:pt x="2911512" y="6053"/>
                  </a:lnTo>
                  <a:lnTo>
                    <a:pt x="2923937" y="3274"/>
                  </a:lnTo>
                  <a:lnTo>
                    <a:pt x="2936374" y="1340"/>
                  </a:lnTo>
                  <a:lnTo>
                    <a:pt x="2948850" y="198"/>
                  </a:lnTo>
                  <a:lnTo>
                    <a:pt x="2961288" y="0"/>
                  </a:lnTo>
                  <a:lnTo>
                    <a:pt x="2973713" y="843"/>
                  </a:lnTo>
                  <a:lnTo>
                    <a:pt x="2986138" y="2480"/>
                  </a:lnTo>
                  <a:lnTo>
                    <a:pt x="2998626" y="4911"/>
                  </a:lnTo>
                  <a:lnTo>
                    <a:pt x="3011051" y="8185"/>
                  </a:lnTo>
                  <a:lnTo>
                    <a:pt x="3023489" y="12502"/>
                  </a:lnTo>
                  <a:lnTo>
                    <a:pt x="3035914" y="17710"/>
                  </a:lnTo>
                  <a:lnTo>
                    <a:pt x="3048351" y="23664"/>
                  </a:lnTo>
                  <a:lnTo>
                    <a:pt x="3060827" y="30410"/>
                  </a:lnTo>
                  <a:lnTo>
                    <a:pt x="3073265" y="38100"/>
                  </a:lnTo>
                  <a:lnTo>
                    <a:pt x="3085690" y="46732"/>
                  </a:lnTo>
                  <a:lnTo>
                    <a:pt x="3098127" y="56158"/>
                  </a:lnTo>
                  <a:lnTo>
                    <a:pt x="3110603" y="66327"/>
                  </a:lnTo>
                  <a:lnTo>
                    <a:pt x="3123028" y="77291"/>
                  </a:lnTo>
                  <a:lnTo>
                    <a:pt x="3135466" y="89296"/>
                  </a:lnTo>
                  <a:lnTo>
                    <a:pt x="3147891" y="101996"/>
                  </a:lnTo>
                  <a:lnTo>
                    <a:pt x="3160379" y="115490"/>
                  </a:lnTo>
                  <a:lnTo>
                    <a:pt x="3172804" y="129678"/>
                  </a:lnTo>
                  <a:lnTo>
                    <a:pt x="3185242" y="144661"/>
                  </a:lnTo>
                  <a:lnTo>
                    <a:pt x="3197667" y="160536"/>
                  </a:lnTo>
                  <a:lnTo>
                    <a:pt x="3210104" y="177006"/>
                  </a:lnTo>
                  <a:lnTo>
                    <a:pt x="3222580" y="194170"/>
                  </a:lnTo>
                  <a:lnTo>
                    <a:pt x="3235005" y="211931"/>
                  </a:lnTo>
                  <a:lnTo>
                    <a:pt x="3247443" y="230534"/>
                  </a:lnTo>
                  <a:lnTo>
                    <a:pt x="3259868" y="249683"/>
                  </a:lnTo>
                  <a:lnTo>
                    <a:pt x="3272356" y="269377"/>
                  </a:lnTo>
                  <a:lnTo>
                    <a:pt x="3284781" y="289570"/>
                  </a:lnTo>
                  <a:lnTo>
                    <a:pt x="3297219" y="310309"/>
                  </a:lnTo>
                  <a:lnTo>
                    <a:pt x="3309644" y="331594"/>
                  </a:lnTo>
                  <a:lnTo>
                    <a:pt x="3322119" y="353273"/>
                  </a:lnTo>
                  <a:lnTo>
                    <a:pt x="3334557" y="375244"/>
                  </a:lnTo>
                  <a:lnTo>
                    <a:pt x="3346982" y="397622"/>
                  </a:lnTo>
                  <a:lnTo>
                    <a:pt x="3359420" y="420342"/>
                  </a:lnTo>
                  <a:lnTo>
                    <a:pt x="3371845" y="443304"/>
                  </a:lnTo>
                  <a:lnTo>
                    <a:pt x="3384333" y="466481"/>
                  </a:lnTo>
                  <a:lnTo>
                    <a:pt x="3396758" y="489798"/>
                  </a:lnTo>
                  <a:lnTo>
                    <a:pt x="3409195" y="513255"/>
                  </a:lnTo>
                  <a:lnTo>
                    <a:pt x="3421621" y="536826"/>
                  </a:lnTo>
                  <a:lnTo>
                    <a:pt x="3434109" y="560385"/>
                  </a:lnTo>
                  <a:lnTo>
                    <a:pt x="3446534" y="584007"/>
                  </a:lnTo>
                  <a:lnTo>
                    <a:pt x="3458959" y="607565"/>
                  </a:lnTo>
                  <a:lnTo>
                    <a:pt x="3471397" y="631086"/>
                  </a:lnTo>
                  <a:lnTo>
                    <a:pt x="3483822" y="654492"/>
                  </a:lnTo>
                  <a:lnTo>
                    <a:pt x="3496310" y="677809"/>
                  </a:lnTo>
                  <a:lnTo>
                    <a:pt x="3508735" y="701025"/>
                  </a:lnTo>
                  <a:lnTo>
                    <a:pt x="3521172" y="724050"/>
                  </a:lnTo>
                  <a:lnTo>
                    <a:pt x="3533598" y="746872"/>
                  </a:lnTo>
                  <a:lnTo>
                    <a:pt x="3546086" y="769541"/>
                  </a:lnTo>
                  <a:lnTo>
                    <a:pt x="3558511" y="792008"/>
                  </a:lnTo>
                  <a:lnTo>
                    <a:pt x="3570948" y="814283"/>
                  </a:lnTo>
                  <a:lnTo>
                    <a:pt x="3583373" y="836318"/>
                  </a:lnTo>
                  <a:lnTo>
                    <a:pt x="3595849" y="858187"/>
                  </a:lnTo>
                  <a:lnTo>
                    <a:pt x="3608287" y="879917"/>
                  </a:lnTo>
                  <a:lnTo>
                    <a:pt x="3620712" y="901456"/>
                  </a:lnTo>
                  <a:lnTo>
                    <a:pt x="3633149" y="922830"/>
                  </a:lnTo>
                  <a:lnTo>
                    <a:pt x="3645574" y="944065"/>
                  </a:lnTo>
                  <a:lnTo>
                    <a:pt x="3658063" y="965198"/>
                  </a:lnTo>
                  <a:lnTo>
                    <a:pt x="3670488" y="986229"/>
                  </a:lnTo>
                  <a:lnTo>
                    <a:pt x="3682925" y="1007222"/>
                  </a:lnTo>
                  <a:lnTo>
                    <a:pt x="3695350" y="1028151"/>
                  </a:lnTo>
                  <a:lnTo>
                    <a:pt x="3707826" y="1049145"/>
                  </a:lnTo>
                  <a:lnTo>
                    <a:pt x="3720264" y="1070125"/>
                  </a:lnTo>
                  <a:lnTo>
                    <a:pt x="3732689" y="1091156"/>
                  </a:lnTo>
                  <a:lnTo>
                    <a:pt x="3745126" y="1112340"/>
                  </a:lnTo>
                  <a:lnTo>
                    <a:pt x="3757602" y="1133676"/>
                  </a:lnTo>
                  <a:lnTo>
                    <a:pt x="3770040" y="1155151"/>
                  </a:lnTo>
                  <a:lnTo>
                    <a:pt x="3782465" y="1176830"/>
                  </a:lnTo>
                  <a:lnTo>
                    <a:pt x="3794902" y="1198763"/>
                  </a:lnTo>
                  <a:lnTo>
                    <a:pt x="3807327" y="1220988"/>
                  </a:lnTo>
                  <a:lnTo>
                    <a:pt x="3819803" y="1243505"/>
                  </a:lnTo>
                  <a:lnTo>
                    <a:pt x="3832241" y="1266327"/>
                  </a:lnTo>
                  <a:lnTo>
                    <a:pt x="3844666" y="1289492"/>
                  </a:lnTo>
                  <a:lnTo>
                    <a:pt x="3857103" y="1313165"/>
                  </a:lnTo>
                  <a:lnTo>
                    <a:pt x="3869579" y="1337168"/>
                  </a:lnTo>
                  <a:lnTo>
                    <a:pt x="3882017" y="1361577"/>
                  </a:lnTo>
                  <a:lnTo>
                    <a:pt x="3894442" y="1386380"/>
                  </a:lnTo>
                  <a:lnTo>
                    <a:pt x="3906879" y="1411679"/>
                  </a:lnTo>
                  <a:lnTo>
                    <a:pt x="3919355" y="1437536"/>
                  </a:lnTo>
                  <a:lnTo>
                    <a:pt x="3931780" y="1463774"/>
                  </a:lnTo>
                  <a:lnTo>
                    <a:pt x="3944218" y="1490470"/>
                  </a:lnTo>
                  <a:lnTo>
                    <a:pt x="3956643" y="1517546"/>
                  </a:lnTo>
                  <a:lnTo>
                    <a:pt x="3969080" y="1545232"/>
                  </a:lnTo>
                  <a:lnTo>
                    <a:pt x="3981556" y="1573362"/>
                  </a:lnTo>
                  <a:lnTo>
                    <a:pt x="3993993" y="1601836"/>
                  </a:lnTo>
                  <a:lnTo>
                    <a:pt x="4006419" y="1630716"/>
                  </a:lnTo>
                  <a:lnTo>
                    <a:pt x="4018856" y="1660027"/>
                  </a:lnTo>
                  <a:lnTo>
                    <a:pt x="4031332" y="1689745"/>
                  </a:lnTo>
                  <a:lnTo>
                    <a:pt x="4043757" y="1719806"/>
                  </a:lnTo>
                  <a:lnTo>
                    <a:pt x="4056195" y="1750121"/>
                  </a:lnTo>
                  <a:lnTo>
                    <a:pt x="4068620" y="1780677"/>
                  </a:lnTo>
                  <a:lnTo>
                    <a:pt x="4081057" y="1811589"/>
                  </a:lnTo>
                  <a:lnTo>
                    <a:pt x="4093533" y="1842640"/>
                  </a:lnTo>
                  <a:lnTo>
                    <a:pt x="4105970" y="1873844"/>
                  </a:lnTo>
                  <a:lnTo>
                    <a:pt x="4118396" y="1905150"/>
                  </a:lnTo>
                  <a:lnTo>
                    <a:pt x="4130833" y="1936506"/>
                  </a:lnTo>
                  <a:lnTo>
                    <a:pt x="4143309" y="1967901"/>
                  </a:lnTo>
                  <a:lnTo>
                    <a:pt x="4155734" y="1999257"/>
                  </a:lnTo>
                  <a:lnTo>
                    <a:pt x="4168171" y="2030562"/>
                  </a:lnTo>
                  <a:lnTo>
                    <a:pt x="4180597" y="2061715"/>
                  </a:lnTo>
                  <a:lnTo>
                    <a:pt x="4193085" y="2092678"/>
                  </a:lnTo>
                  <a:lnTo>
                    <a:pt x="4205510" y="2123374"/>
                  </a:lnTo>
                  <a:lnTo>
                    <a:pt x="4217947" y="2153892"/>
                  </a:lnTo>
                  <a:lnTo>
                    <a:pt x="4230373" y="2184055"/>
                  </a:lnTo>
                  <a:lnTo>
                    <a:pt x="4242810" y="2213773"/>
                  </a:lnTo>
                  <a:lnTo>
                    <a:pt x="4255286" y="2243084"/>
                  </a:lnTo>
                  <a:lnTo>
                    <a:pt x="4267723" y="2271964"/>
                  </a:lnTo>
                  <a:lnTo>
                    <a:pt x="4280149" y="2300387"/>
                  </a:lnTo>
                  <a:lnTo>
                    <a:pt x="4292574" y="2328314"/>
                  </a:lnTo>
                  <a:lnTo>
                    <a:pt x="4305062" y="2355555"/>
                  </a:lnTo>
                  <a:lnTo>
                    <a:pt x="4317487" y="2382238"/>
                  </a:lnTo>
                  <a:lnTo>
                    <a:pt x="4329924" y="2408337"/>
                  </a:lnTo>
                  <a:lnTo>
                    <a:pt x="4342350" y="2433889"/>
                  </a:lnTo>
                  <a:lnTo>
                    <a:pt x="4354838" y="2458692"/>
                  </a:lnTo>
                  <a:lnTo>
                    <a:pt x="4367263" y="2482797"/>
                  </a:lnTo>
                  <a:lnTo>
                    <a:pt x="4379700" y="2506317"/>
                  </a:lnTo>
                  <a:lnTo>
                    <a:pt x="4392125" y="2529190"/>
                  </a:lnTo>
                  <a:lnTo>
                    <a:pt x="4404563" y="2551466"/>
                  </a:lnTo>
                  <a:lnTo>
                    <a:pt x="4417039" y="2572891"/>
                  </a:lnTo>
                  <a:lnTo>
                    <a:pt x="4429464" y="2593731"/>
                  </a:lnTo>
                  <a:lnTo>
                    <a:pt x="4441901" y="2614013"/>
                  </a:lnTo>
                  <a:lnTo>
                    <a:pt x="4454326" y="2633762"/>
                  </a:lnTo>
                  <a:lnTo>
                    <a:pt x="4466815" y="2652812"/>
                  </a:lnTo>
                  <a:lnTo>
                    <a:pt x="4479240" y="2671265"/>
                  </a:lnTo>
                  <a:lnTo>
                    <a:pt x="4491677" y="2689223"/>
                  </a:lnTo>
                  <a:lnTo>
                    <a:pt x="4504102" y="2706787"/>
                  </a:lnTo>
                  <a:lnTo>
                    <a:pt x="4516578" y="2723805"/>
                  </a:lnTo>
                  <a:lnTo>
                    <a:pt x="4529016" y="2740327"/>
                  </a:lnTo>
                  <a:lnTo>
                    <a:pt x="4541441" y="2756444"/>
                  </a:lnTo>
                  <a:lnTo>
                    <a:pt x="4553878" y="2772268"/>
                  </a:lnTo>
                  <a:lnTo>
                    <a:pt x="4566303" y="2787749"/>
                  </a:lnTo>
                  <a:lnTo>
                    <a:pt x="4578792" y="2802824"/>
                  </a:lnTo>
                  <a:lnTo>
                    <a:pt x="4591217" y="2817658"/>
                  </a:lnTo>
                  <a:lnTo>
                    <a:pt x="4603654" y="2832301"/>
                  </a:lnTo>
                  <a:lnTo>
                    <a:pt x="4616079" y="2846690"/>
                  </a:lnTo>
                  <a:lnTo>
                    <a:pt x="4628555" y="2860876"/>
                  </a:lnTo>
                  <a:lnTo>
                    <a:pt x="4640993" y="2874859"/>
                  </a:lnTo>
                  <a:lnTo>
                    <a:pt x="4653418" y="2888752"/>
                  </a:lnTo>
                  <a:lnTo>
                    <a:pt x="4665855" y="2902494"/>
                  </a:lnTo>
                  <a:lnTo>
                    <a:pt x="4678280" y="2916083"/>
                  </a:lnTo>
                  <a:lnTo>
                    <a:pt x="4690769" y="2929634"/>
                  </a:lnTo>
                  <a:lnTo>
                    <a:pt x="4703194" y="2943032"/>
                  </a:lnTo>
                  <a:lnTo>
                    <a:pt x="4715631" y="2956367"/>
                  </a:lnTo>
                  <a:lnTo>
                    <a:pt x="4728056" y="2969613"/>
                  </a:lnTo>
                  <a:lnTo>
                    <a:pt x="4740544" y="2982809"/>
                  </a:lnTo>
                  <a:lnTo>
                    <a:pt x="4752970" y="2995915"/>
                  </a:lnTo>
                  <a:lnTo>
                    <a:pt x="4765395" y="3008958"/>
                  </a:lnTo>
                  <a:lnTo>
                    <a:pt x="4777832" y="3021899"/>
                  </a:lnTo>
                  <a:lnTo>
                    <a:pt x="4790308" y="3034802"/>
                  </a:lnTo>
                  <a:lnTo>
                    <a:pt x="4802745" y="3047604"/>
                  </a:lnTo>
                  <a:lnTo>
                    <a:pt x="4815171" y="3060304"/>
                  </a:lnTo>
                  <a:lnTo>
                    <a:pt x="4827608" y="3072902"/>
                  </a:lnTo>
                  <a:lnTo>
                    <a:pt x="4840033" y="3085399"/>
                  </a:lnTo>
                  <a:lnTo>
                    <a:pt x="4852521" y="3097807"/>
                  </a:lnTo>
                  <a:lnTo>
                    <a:pt x="4864947" y="3110062"/>
                  </a:lnTo>
                  <a:lnTo>
                    <a:pt x="4877372" y="3122216"/>
                  </a:lnTo>
                  <a:lnTo>
                    <a:pt x="4889809" y="3134218"/>
                  </a:lnTo>
                  <a:lnTo>
                    <a:pt x="4902285" y="3146080"/>
                  </a:lnTo>
                  <a:lnTo>
                    <a:pt x="4914722" y="3157789"/>
                  </a:lnTo>
                  <a:lnTo>
                    <a:pt x="4927148" y="3169346"/>
                  </a:lnTo>
                  <a:lnTo>
                    <a:pt x="4939585" y="3180751"/>
                  </a:lnTo>
                  <a:lnTo>
                    <a:pt x="4952061" y="3192016"/>
                  </a:lnTo>
                  <a:lnTo>
                    <a:pt x="4964498" y="3203077"/>
                  </a:lnTo>
                  <a:lnTo>
                    <a:pt x="4976923" y="3213948"/>
                  </a:lnTo>
                  <a:lnTo>
                    <a:pt x="4989349" y="3224655"/>
                  </a:lnTo>
                  <a:lnTo>
                    <a:pt x="5001786" y="3235221"/>
                  </a:lnTo>
                  <a:lnTo>
                    <a:pt x="5014262" y="3245597"/>
                  </a:lnTo>
                  <a:lnTo>
                    <a:pt x="5026699" y="3255769"/>
                  </a:lnTo>
                  <a:lnTo>
                    <a:pt x="5039124" y="3265739"/>
                  </a:lnTo>
                  <a:lnTo>
                    <a:pt x="5051562" y="3275556"/>
                  </a:lnTo>
                  <a:lnTo>
                    <a:pt x="5064038" y="3285183"/>
                  </a:lnTo>
                  <a:lnTo>
                    <a:pt x="5076475" y="3294606"/>
                  </a:lnTo>
                  <a:lnTo>
                    <a:pt x="5088900" y="3303788"/>
                  </a:lnTo>
                  <a:lnTo>
                    <a:pt x="5101338" y="3312818"/>
                  </a:lnTo>
                  <a:lnTo>
                    <a:pt x="5113814" y="3321695"/>
                  </a:lnTo>
                  <a:lnTo>
                    <a:pt x="5126239" y="3330382"/>
                  </a:lnTo>
                  <a:lnTo>
                    <a:pt x="5138676" y="3338815"/>
                  </a:lnTo>
                  <a:lnTo>
                    <a:pt x="5151101" y="3347095"/>
                  </a:lnTo>
                  <a:lnTo>
                    <a:pt x="5163539" y="3355236"/>
                  </a:lnTo>
                  <a:lnTo>
                    <a:pt x="5176015" y="3363173"/>
                  </a:lnTo>
                  <a:lnTo>
                    <a:pt x="5188452" y="3370908"/>
                  </a:lnTo>
                  <a:lnTo>
                    <a:pt x="5200877" y="3378451"/>
                  </a:lnTo>
                  <a:lnTo>
                    <a:pt x="5213315" y="3385843"/>
                  </a:lnTo>
                  <a:lnTo>
                    <a:pt x="5225791" y="3393082"/>
                  </a:lnTo>
                  <a:lnTo>
                    <a:pt x="5238216" y="3400130"/>
                  </a:lnTo>
                  <a:lnTo>
                    <a:pt x="5250653" y="3407026"/>
                  </a:lnTo>
                  <a:lnTo>
                    <a:pt x="5263078" y="3413821"/>
                  </a:lnTo>
                  <a:lnTo>
                    <a:pt x="5275516" y="3420463"/>
                  </a:lnTo>
                  <a:lnTo>
                    <a:pt x="5287992" y="3426966"/>
                  </a:lnTo>
                  <a:lnTo>
                    <a:pt x="5300429" y="3433366"/>
                  </a:lnTo>
                  <a:lnTo>
                    <a:pt x="5312854" y="3439666"/>
                  </a:lnTo>
                  <a:lnTo>
                    <a:pt x="5325292" y="3445863"/>
                  </a:lnTo>
                  <a:lnTo>
                    <a:pt x="5337768" y="3451972"/>
                  </a:lnTo>
                  <a:lnTo>
                    <a:pt x="5350193" y="3458017"/>
                  </a:lnTo>
                  <a:lnTo>
                    <a:pt x="5375055" y="3470031"/>
                  </a:lnTo>
                  <a:lnTo>
                    <a:pt x="5387543" y="3475975"/>
                  </a:lnTo>
                  <a:lnTo>
                    <a:pt x="5424831" y="3493844"/>
                  </a:lnTo>
                  <a:lnTo>
                    <a:pt x="5437269" y="3499838"/>
                  </a:lnTo>
                  <a:lnTo>
                    <a:pt x="5449745" y="3505896"/>
                  </a:lnTo>
                  <a:lnTo>
                    <a:pt x="5462170" y="3511941"/>
                  </a:lnTo>
                  <a:lnTo>
                    <a:pt x="5474607" y="3518151"/>
                  </a:lnTo>
                  <a:lnTo>
                    <a:pt x="5487032" y="3524400"/>
                  </a:lnTo>
                  <a:lnTo>
                    <a:pt x="5499520" y="3530699"/>
                  </a:lnTo>
                  <a:lnTo>
                    <a:pt x="5511946" y="3537100"/>
                  </a:lnTo>
                  <a:lnTo>
                    <a:pt x="5524383" y="3543653"/>
                  </a:lnTo>
                  <a:lnTo>
                    <a:pt x="5536808" y="3550244"/>
                  </a:lnTo>
                  <a:lnTo>
                    <a:pt x="5549296" y="3556988"/>
                  </a:lnTo>
                  <a:lnTo>
                    <a:pt x="5561721" y="3563783"/>
                  </a:lnTo>
                  <a:lnTo>
                    <a:pt x="5574159" y="3570679"/>
                  </a:lnTo>
                  <a:lnTo>
                    <a:pt x="5586584" y="3577727"/>
                  </a:lnTo>
                  <a:lnTo>
                    <a:pt x="5599009" y="3584826"/>
                  </a:lnTo>
                  <a:lnTo>
                    <a:pt x="5611497" y="3592015"/>
                  </a:lnTo>
                  <a:lnTo>
                    <a:pt x="5623922" y="3599254"/>
                  </a:lnTo>
                  <a:lnTo>
                    <a:pt x="5648785" y="3614049"/>
                  </a:lnTo>
                  <a:lnTo>
                    <a:pt x="5661273" y="3621530"/>
                  </a:lnTo>
                  <a:lnTo>
                    <a:pt x="5686136" y="3636516"/>
                  </a:lnTo>
                  <a:lnTo>
                    <a:pt x="5698561" y="3644059"/>
                  </a:lnTo>
                  <a:lnTo>
                    <a:pt x="5711037" y="3651603"/>
                  </a:lnTo>
                  <a:lnTo>
                    <a:pt x="5723474" y="3659134"/>
                  </a:lnTo>
                  <a:lnTo>
                    <a:pt x="5748337" y="3674019"/>
                  </a:lnTo>
                  <a:lnTo>
                    <a:pt x="5760762" y="3681359"/>
                  </a:lnTo>
                  <a:lnTo>
                    <a:pt x="5773250" y="3688649"/>
                  </a:lnTo>
                  <a:lnTo>
                    <a:pt x="5785675" y="3695850"/>
                  </a:lnTo>
                  <a:lnTo>
                    <a:pt x="5798113" y="3702949"/>
                  </a:lnTo>
                  <a:lnTo>
                    <a:pt x="5810538" y="3709833"/>
                  </a:lnTo>
                  <a:lnTo>
                    <a:pt x="5823014" y="3716640"/>
                  </a:lnTo>
                  <a:lnTo>
                    <a:pt x="5835451" y="3723282"/>
                  </a:lnTo>
                  <a:lnTo>
                    <a:pt x="5847876" y="3729784"/>
                  </a:lnTo>
                  <a:lnTo>
                    <a:pt x="5860314" y="3736033"/>
                  </a:lnTo>
                  <a:lnTo>
                    <a:pt x="5872739" y="3742129"/>
                  </a:lnTo>
                  <a:lnTo>
                    <a:pt x="5885227" y="3748034"/>
                  </a:lnTo>
                  <a:lnTo>
                    <a:pt x="5897652" y="3753749"/>
                  </a:lnTo>
                  <a:lnTo>
                    <a:pt x="5910090" y="3759147"/>
                  </a:lnTo>
                  <a:lnTo>
                    <a:pt x="5922515" y="3764354"/>
                  </a:lnTo>
                  <a:lnTo>
                    <a:pt x="5934991" y="3769370"/>
                  </a:lnTo>
                  <a:lnTo>
                    <a:pt x="5947429" y="3774133"/>
                  </a:lnTo>
                  <a:lnTo>
                    <a:pt x="5959853" y="3778692"/>
                  </a:lnTo>
                  <a:lnTo>
                    <a:pt x="5972291" y="3782909"/>
                  </a:lnTo>
                  <a:lnTo>
                    <a:pt x="5984766" y="3786934"/>
                  </a:lnTo>
                  <a:lnTo>
                    <a:pt x="5997204" y="3790757"/>
                  </a:lnTo>
                  <a:lnTo>
                    <a:pt x="6009629" y="3794326"/>
                  </a:lnTo>
                  <a:lnTo>
                    <a:pt x="6022067" y="3797602"/>
                  </a:lnTo>
                  <a:lnTo>
                    <a:pt x="6034491" y="3800676"/>
                  </a:lnTo>
                  <a:lnTo>
                    <a:pt x="6046967" y="3803495"/>
                  </a:lnTo>
                  <a:lnTo>
                    <a:pt x="6059405" y="3806124"/>
                  </a:lnTo>
                  <a:lnTo>
                    <a:pt x="6071830" y="3808562"/>
                  </a:lnTo>
                  <a:lnTo>
                    <a:pt x="6084268" y="3810747"/>
                  </a:lnTo>
                  <a:lnTo>
                    <a:pt x="6096744" y="3812728"/>
                  </a:lnTo>
                  <a:lnTo>
                    <a:pt x="6109181" y="3814569"/>
                  </a:lnTo>
                  <a:lnTo>
                    <a:pt x="6121606" y="3816195"/>
                  </a:lnTo>
                  <a:lnTo>
                    <a:pt x="6134044" y="3817643"/>
                  </a:lnTo>
                  <a:lnTo>
                    <a:pt x="6146519" y="3818977"/>
                  </a:lnTo>
                  <a:lnTo>
                    <a:pt x="6158945" y="3820119"/>
                  </a:lnTo>
                  <a:lnTo>
                    <a:pt x="6171382" y="3821161"/>
                  </a:lnTo>
                  <a:lnTo>
                    <a:pt x="6183807" y="3822050"/>
                  </a:lnTo>
                  <a:lnTo>
                    <a:pt x="6196245" y="3822850"/>
                  </a:lnTo>
                  <a:lnTo>
                    <a:pt x="6208720" y="3823548"/>
                  </a:lnTo>
                  <a:lnTo>
                    <a:pt x="6221158" y="3824184"/>
                  </a:lnTo>
                  <a:lnTo>
                    <a:pt x="6246021" y="3825174"/>
                  </a:lnTo>
                  <a:lnTo>
                    <a:pt x="6258496" y="3825580"/>
                  </a:lnTo>
                  <a:lnTo>
                    <a:pt x="6283359" y="3826266"/>
                  </a:lnTo>
                  <a:lnTo>
                    <a:pt x="6295784" y="3826571"/>
                  </a:lnTo>
                  <a:lnTo>
                    <a:pt x="6308273" y="3826863"/>
                  </a:lnTo>
                  <a:lnTo>
                    <a:pt x="6320697" y="3827168"/>
                  </a:lnTo>
                  <a:lnTo>
                    <a:pt x="6333135" y="3827409"/>
                  </a:lnTo>
                  <a:lnTo>
                    <a:pt x="6357998" y="3828006"/>
                  </a:lnTo>
                </a:path>
              </a:pathLst>
            </a:custGeom>
            <a:noFill/>
            <a:ln w="27056" cap="flat">
              <a:solidFill>
                <a:srgbClr val="BEB9D4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2" name="Freeform 1041">
              <a:extLst>
                <a:ext uri="{FF2B5EF4-FFF2-40B4-BE49-F238E27FC236}">
                  <a16:creationId xmlns:a16="http://schemas.microsoft.com/office/drawing/2014/main" id="{75EDD52E-C96D-A9FC-7F9E-A6B64A93AE51}"/>
                </a:ext>
              </a:extLst>
            </p:cNvPr>
            <p:cNvSpPr/>
            <p:nvPr/>
          </p:nvSpPr>
          <p:spPr>
            <a:xfrm>
              <a:off x="7055231" y="1437614"/>
              <a:ext cx="3478" cy="1242107"/>
            </a:xfrm>
            <a:custGeom>
              <a:avLst/>
              <a:gdLst>
                <a:gd name="connsiteX0" fmla="*/ 0 w 12678"/>
                <a:gd name="connsiteY0" fmla="*/ 4528051 h 4528050"/>
                <a:gd name="connsiteX1" fmla="*/ 0 w 12678"/>
                <a:gd name="connsiteY1" fmla="*/ 0 h 4528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78" h="4528050">
                  <a:moveTo>
                    <a:pt x="0" y="4528051"/>
                  </a:moveTo>
                  <a:lnTo>
                    <a:pt x="0" y="0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3" name="Freeform 1042">
              <a:extLst>
                <a:ext uri="{FF2B5EF4-FFF2-40B4-BE49-F238E27FC236}">
                  <a16:creationId xmlns:a16="http://schemas.microsoft.com/office/drawing/2014/main" id="{4A260CAF-F36E-7949-C1F3-E118FCA049BA}"/>
                </a:ext>
              </a:extLst>
            </p:cNvPr>
            <p:cNvSpPr/>
            <p:nvPr/>
          </p:nvSpPr>
          <p:spPr>
            <a:xfrm>
              <a:off x="5756538" y="1568025"/>
              <a:ext cx="1744087" cy="1050075"/>
            </a:xfrm>
            <a:custGeom>
              <a:avLst/>
              <a:gdLst>
                <a:gd name="connsiteX0" fmla="*/ 0 w 6357997"/>
                <a:gd name="connsiteY0" fmla="*/ 3778451 h 3828006"/>
                <a:gd name="connsiteX1" fmla="*/ 12480 w 6357997"/>
                <a:gd name="connsiteY1" fmla="*/ 3775466 h 3828006"/>
                <a:gd name="connsiteX2" fmla="*/ 49772 w 6357997"/>
                <a:gd name="connsiteY2" fmla="*/ 3766538 h 3828006"/>
                <a:gd name="connsiteX3" fmla="*/ 62203 w 6357997"/>
                <a:gd name="connsiteY3" fmla="*/ 3763617 h 3828006"/>
                <a:gd name="connsiteX4" fmla="*/ 74684 w 6357997"/>
                <a:gd name="connsiteY4" fmla="*/ 3760633 h 3828006"/>
                <a:gd name="connsiteX5" fmla="*/ 87114 w 6357997"/>
                <a:gd name="connsiteY5" fmla="*/ 3757762 h 3828006"/>
                <a:gd name="connsiteX6" fmla="*/ 99546 w 6357997"/>
                <a:gd name="connsiteY6" fmla="*/ 3754829 h 3828006"/>
                <a:gd name="connsiteX7" fmla="*/ 111977 w 6357997"/>
                <a:gd name="connsiteY7" fmla="*/ 3751959 h 3828006"/>
                <a:gd name="connsiteX8" fmla="*/ 124458 w 6357997"/>
                <a:gd name="connsiteY8" fmla="*/ 3749076 h 3828006"/>
                <a:gd name="connsiteX9" fmla="*/ 136888 w 6357997"/>
                <a:gd name="connsiteY9" fmla="*/ 3746256 h 3828006"/>
                <a:gd name="connsiteX10" fmla="*/ 149319 w 6357997"/>
                <a:gd name="connsiteY10" fmla="*/ 3743373 h 3828006"/>
                <a:gd name="connsiteX11" fmla="*/ 161750 w 6357997"/>
                <a:gd name="connsiteY11" fmla="*/ 3740541 h 3828006"/>
                <a:gd name="connsiteX12" fmla="*/ 174230 w 6357997"/>
                <a:gd name="connsiteY12" fmla="*/ 3737773 h 3828006"/>
                <a:gd name="connsiteX13" fmla="*/ 186661 w 6357997"/>
                <a:gd name="connsiteY13" fmla="*/ 3734890 h 3828006"/>
                <a:gd name="connsiteX14" fmla="*/ 199093 w 6357997"/>
                <a:gd name="connsiteY14" fmla="*/ 3732058 h 3828006"/>
                <a:gd name="connsiteX15" fmla="*/ 223954 w 6357997"/>
                <a:gd name="connsiteY15" fmla="*/ 3726305 h 3828006"/>
                <a:gd name="connsiteX16" fmla="*/ 236435 w 6357997"/>
                <a:gd name="connsiteY16" fmla="*/ 3723333 h 3828006"/>
                <a:gd name="connsiteX17" fmla="*/ 248866 w 6357997"/>
                <a:gd name="connsiteY17" fmla="*/ 3720310 h 3828006"/>
                <a:gd name="connsiteX18" fmla="*/ 261296 w 6357997"/>
                <a:gd name="connsiteY18" fmla="*/ 3717186 h 3828006"/>
                <a:gd name="connsiteX19" fmla="*/ 273727 w 6357997"/>
                <a:gd name="connsiteY19" fmla="*/ 3714011 h 3828006"/>
                <a:gd name="connsiteX20" fmla="*/ 286208 w 6357997"/>
                <a:gd name="connsiteY20" fmla="*/ 3710684 h 3828006"/>
                <a:gd name="connsiteX21" fmla="*/ 298638 w 6357997"/>
                <a:gd name="connsiteY21" fmla="*/ 3707204 h 3828006"/>
                <a:gd name="connsiteX22" fmla="*/ 311069 w 6357997"/>
                <a:gd name="connsiteY22" fmla="*/ 3703584 h 3828006"/>
                <a:gd name="connsiteX23" fmla="*/ 323501 w 6357997"/>
                <a:gd name="connsiteY23" fmla="*/ 3699812 h 3828006"/>
                <a:gd name="connsiteX24" fmla="*/ 335982 w 6357997"/>
                <a:gd name="connsiteY24" fmla="*/ 3695799 h 3828006"/>
                <a:gd name="connsiteX25" fmla="*/ 348412 w 6357997"/>
                <a:gd name="connsiteY25" fmla="*/ 3691634 h 3828006"/>
                <a:gd name="connsiteX26" fmla="*/ 360843 w 6357997"/>
                <a:gd name="connsiteY26" fmla="*/ 3687163 h 3828006"/>
                <a:gd name="connsiteX27" fmla="*/ 373274 w 6357997"/>
                <a:gd name="connsiteY27" fmla="*/ 3682452 h 3828006"/>
                <a:gd name="connsiteX28" fmla="*/ 385704 w 6357997"/>
                <a:gd name="connsiteY28" fmla="*/ 3677498 h 3828006"/>
                <a:gd name="connsiteX29" fmla="*/ 398185 w 6357997"/>
                <a:gd name="connsiteY29" fmla="*/ 3672279 h 3828006"/>
                <a:gd name="connsiteX30" fmla="*/ 410616 w 6357997"/>
                <a:gd name="connsiteY30" fmla="*/ 3666678 h 3828006"/>
                <a:gd name="connsiteX31" fmla="*/ 423046 w 6357997"/>
                <a:gd name="connsiteY31" fmla="*/ 3660773 h 3828006"/>
                <a:gd name="connsiteX32" fmla="*/ 435478 w 6357997"/>
                <a:gd name="connsiteY32" fmla="*/ 3654524 h 3828006"/>
                <a:gd name="connsiteX33" fmla="*/ 447959 w 6357997"/>
                <a:gd name="connsiteY33" fmla="*/ 3647971 h 3828006"/>
                <a:gd name="connsiteX34" fmla="*/ 460390 w 6357997"/>
                <a:gd name="connsiteY34" fmla="*/ 3641075 h 3828006"/>
                <a:gd name="connsiteX35" fmla="*/ 472820 w 6357997"/>
                <a:gd name="connsiteY35" fmla="*/ 3633734 h 3828006"/>
                <a:gd name="connsiteX36" fmla="*/ 485251 w 6357997"/>
                <a:gd name="connsiteY36" fmla="*/ 3626051 h 3828006"/>
                <a:gd name="connsiteX37" fmla="*/ 497682 w 6357997"/>
                <a:gd name="connsiteY37" fmla="*/ 3618012 h 3828006"/>
                <a:gd name="connsiteX38" fmla="*/ 510162 w 6357997"/>
                <a:gd name="connsiteY38" fmla="*/ 3609630 h 3828006"/>
                <a:gd name="connsiteX39" fmla="*/ 522593 w 6357997"/>
                <a:gd name="connsiteY39" fmla="*/ 3600803 h 3828006"/>
                <a:gd name="connsiteX40" fmla="*/ 535025 w 6357997"/>
                <a:gd name="connsiteY40" fmla="*/ 3591570 h 3828006"/>
                <a:gd name="connsiteX41" fmla="*/ 547455 w 6357997"/>
                <a:gd name="connsiteY41" fmla="*/ 3582045 h 3828006"/>
                <a:gd name="connsiteX42" fmla="*/ 559935 w 6357997"/>
                <a:gd name="connsiteY42" fmla="*/ 3572228 h 3828006"/>
                <a:gd name="connsiteX43" fmla="*/ 572367 w 6357997"/>
                <a:gd name="connsiteY43" fmla="*/ 3561954 h 3828006"/>
                <a:gd name="connsiteX44" fmla="*/ 584798 w 6357997"/>
                <a:gd name="connsiteY44" fmla="*/ 3551337 h 3828006"/>
                <a:gd name="connsiteX45" fmla="*/ 597228 w 6357997"/>
                <a:gd name="connsiteY45" fmla="*/ 3540478 h 3828006"/>
                <a:gd name="connsiteX46" fmla="*/ 609709 w 6357997"/>
                <a:gd name="connsiteY46" fmla="*/ 3529315 h 3828006"/>
                <a:gd name="connsiteX47" fmla="*/ 622140 w 6357997"/>
                <a:gd name="connsiteY47" fmla="*/ 3517847 h 3828006"/>
                <a:gd name="connsiteX48" fmla="*/ 634570 w 6357997"/>
                <a:gd name="connsiteY48" fmla="*/ 3506099 h 3828006"/>
                <a:gd name="connsiteX49" fmla="*/ 647002 w 6357997"/>
                <a:gd name="connsiteY49" fmla="*/ 3494085 h 3828006"/>
                <a:gd name="connsiteX50" fmla="*/ 659433 w 6357997"/>
                <a:gd name="connsiteY50" fmla="*/ 3481880 h 3828006"/>
                <a:gd name="connsiteX51" fmla="*/ 671912 w 6357997"/>
                <a:gd name="connsiteY51" fmla="*/ 3469485 h 3828006"/>
                <a:gd name="connsiteX52" fmla="*/ 684344 w 6357997"/>
                <a:gd name="connsiteY52" fmla="*/ 3456874 h 3828006"/>
                <a:gd name="connsiteX53" fmla="*/ 696775 w 6357997"/>
                <a:gd name="connsiteY53" fmla="*/ 3444136 h 3828006"/>
                <a:gd name="connsiteX54" fmla="*/ 709210 w 6357997"/>
                <a:gd name="connsiteY54" fmla="*/ 3431284 h 3828006"/>
                <a:gd name="connsiteX55" fmla="*/ 721686 w 6357997"/>
                <a:gd name="connsiteY55" fmla="*/ 3418279 h 3828006"/>
                <a:gd name="connsiteX56" fmla="*/ 734123 w 6357997"/>
                <a:gd name="connsiteY56" fmla="*/ 3405185 h 3828006"/>
                <a:gd name="connsiteX57" fmla="*/ 758973 w 6357997"/>
                <a:gd name="connsiteY57" fmla="*/ 3378794 h 3828006"/>
                <a:gd name="connsiteX58" fmla="*/ 771462 w 6357997"/>
                <a:gd name="connsiteY58" fmla="*/ 3365498 h 3828006"/>
                <a:gd name="connsiteX59" fmla="*/ 783887 w 6357997"/>
                <a:gd name="connsiteY59" fmla="*/ 3352201 h 3828006"/>
                <a:gd name="connsiteX60" fmla="*/ 821187 w 6357997"/>
                <a:gd name="connsiteY60" fmla="*/ 3312170 h 3828006"/>
                <a:gd name="connsiteX61" fmla="*/ 833663 w 6357997"/>
                <a:gd name="connsiteY61" fmla="*/ 3298772 h 3828006"/>
                <a:gd name="connsiteX62" fmla="*/ 846100 w 6357997"/>
                <a:gd name="connsiteY62" fmla="*/ 3285424 h 3828006"/>
                <a:gd name="connsiteX63" fmla="*/ 858525 w 6357997"/>
                <a:gd name="connsiteY63" fmla="*/ 3272038 h 3828006"/>
                <a:gd name="connsiteX64" fmla="*/ 870950 w 6357997"/>
                <a:gd name="connsiteY64" fmla="*/ 3258691 h 3828006"/>
                <a:gd name="connsiteX65" fmla="*/ 883439 w 6357997"/>
                <a:gd name="connsiteY65" fmla="*/ 3245292 h 3828006"/>
                <a:gd name="connsiteX66" fmla="*/ 908301 w 6357997"/>
                <a:gd name="connsiteY66" fmla="*/ 3218406 h 3828006"/>
                <a:gd name="connsiteX67" fmla="*/ 920726 w 6357997"/>
                <a:gd name="connsiteY67" fmla="*/ 3204919 h 3828006"/>
                <a:gd name="connsiteX68" fmla="*/ 933215 w 6357997"/>
                <a:gd name="connsiteY68" fmla="*/ 3191317 h 3828006"/>
                <a:gd name="connsiteX69" fmla="*/ 945640 w 6357997"/>
                <a:gd name="connsiteY69" fmla="*/ 3177677 h 3828006"/>
                <a:gd name="connsiteX70" fmla="*/ 958077 w 6357997"/>
                <a:gd name="connsiteY70" fmla="*/ 3163987 h 3828006"/>
                <a:gd name="connsiteX71" fmla="*/ 970502 w 6357997"/>
                <a:gd name="connsiteY71" fmla="*/ 3150093 h 3828006"/>
                <a:gd name="connsiteX72" fmla="*/ 982927 w 6357997"/>
                <a:gd name="connsiteY72" fmla="*/ 3136110 h 3828006"/>
                <a:gd name="connsiteX73" fmla="*/ 995416 w 6357997"/>
                <a:gd name="connsiteY73" fmla="*/ 3122013 h 3828006"/>
                <a:gd name="connsiteX74" fmla="*/ 1007841 w 6357997"/>
                <a:gd name="connsiteY74" fmla="*/ 3107777 h 3828006"/>
                <a:gd name="connsiteX75" fmla="*/ 1020278 w 6357997"/>
                <a:gd name="connsiteY75" fmla="*/ 3093298 h 3828006"/>
                <a:gd name="connsiteX76" fmla="*/ 1032703 w 6357997"/>
                <a:gd name="connsiteY76" fmla="*/ 3078605 h 3828006"/>
                <a:gd name="connsiteX77" fmla="*/ 1045192 w 6357997"/>
                <a:gd name="connsiteY77" fmla="*/ 3063720 h 3828006"/>
                <a:gd name="connsiteX78" fmla="*/ 1057617 w 6357997"/>
                <a:gd name="connsiteY78" fmla="*/ 3048645 h 3828006"/>
                <a:gd name="connsiteX79" fmla="*/ 1070054 w 6357997"/>
                <a:gd name="connsiteY79" fmla="*/ 3033316 h 3828006"/>
                <a:gd name="connsiteX80" fmla="*/ 1082479 w 6357997"/>
                <a:gd name="connsiteY80" fmla="*/ 3017683 h 3828006"/>
                <a:gd name="connsiteX81" fmla="*/ 1094917 w 6357997"/>
                <a:gd name="connsiteY81" fmla="*/ 3001808 h 3828006"/>
                <a:gd name="connsiteX82" fmla="*/ 1107393 w 6357997"/>
                <a:gd name="connsiteY82" fmla="*/ 2985641 h 3828006"/>
                <a:gd name="connsiteX83" fmla="*/ 1119817 w 6357997"/>
                <a:gd name="connsiteY83" fmla="*/ 2969270 h 3828006"/>
                <a:gd name="connsiteX84" fmla="*/ 1132255 w 6357997"/>
                <a:gd name="connsiteY84" fmla="*/ 2952506 h 3828006"/>
                <a:gd name="connsiteX85" fmla="*/ 1144680 w 6357997"/>
                <a:gd name="connsiteY85" fmla="*/ 2935488 h 3828006"/>
                <a:gd name="connsiteX86" fmla="*/ 1157168 w 6357997"/>
                <a:gd name="connsiteY86" fmla="*/ 2918178 h 3828006"/>
                <a:gd name="connsiteX87" fmla="*/ 1169594 w 6357997"/>
                <a:gd name="connsiteY87" fmla="*/ 2900614 h 3828006"/>
                <a:gd name="connsiteX88" fmla="*/ 1182031 w 6357997"/>
                <a:gd name="connsiteY88" fmla="*/ 2882707 h 3828006"/>
                <a:gd name="connsiteX89" fmla="*/ 1194456 w 6357997"/>
                <a:gd name="connsiteY89" fmla="*/ 2864495 h 3828006"/>
                <a:gd name="connsiteX90" fmla="*/ 1206932 w 6357997"/>
                <a:gd name="connsiteY90" fmla="*/ 2846042 h 3828006"/>
                <a:gd name="connsiteX91" fmla="*/ 1219369 w 6357997"/>
                <a:gd name="connsiteY91" fmla="*/ 2827284 h 3828006"/>
                <a:gd name="connsiteX92" fmla="*/ 1231794 w 6357997"/>
                <a:gd name="connsiteY92" fmla="*/ 2808285 h 3828006"/>
                <a:gd name="connsiteX93" fmla="*/ 1244232 w 6357997"/>
                <a:gd name="connsiteY93" fmla="*/ 2788943 h 3828006"/>
                <a:gd name="connsiteX94" fmla="*/ 1256657 w 6357997"/>
                <a:gd name="connsiteY94" fmla="*/ 2769398 h 3828006"/>
                <a:gd name="connsiteX95" fmla="*/ 1269145 w 6357997"/>
                <a:gd name="connsiteY95" fmla="*/ 2749598 h 3828006"/>
                <a:gd name="connsiteX96" fmla="*/ 1281571 w 6357997"/>
                <a:gd name="connsiteY96" fmla="*/ 2729609 h 3828006"/>
                <a:gd name="connsiteX97" fmla="*/ 1294008 w 6357997"/>
                <a:gd name="connsiteY97" fmla="*/ 2709314 h 3828006"/>
                <a:gd name="connsiteX98" fmla="*/ 1306433 w 6357997"/>
                <a:gd name="connsiteY98" fmla="*/ 2688880 h 3828006"/>
                <a:gd name="connsiteX99" fmla="*/ 1318909 w 6357997"/>
                <a:gd name="connsiteY99" fmla="*/ 2668191 h 3828006"/>
                <a:gd name="connsiteX100" fmla="*/ 1331346 w 6357997"/>
                <a:gd name="connsiteY100" fmla="*/ 2647402 h 3828006"/>
                <a:gd name="connsiteX101" fmla="*/ 1343771 w 6357997"/>
                <a:gd name="connsiteY101" fmla="*/ 2626421 h 3828006"/>
                <a:gd name="connsiteX102" fmla="*/ 1356209 w 6357997"/>
                <a:gd name="connsiteY102" fmla="*/ 2605288 h 3828006"/>
                <a:gd name="connsiteX103" fmla="*/ 1368685 w 6357997"/>
                <a:gd name="connsiteY103" fmla="*/ 2584003 h 3828006"/>
                <a:gd name="connsiteX104" fmla="*/ 1381122 w 6357997"/>
                <a:gd name="connsiteY104" fmla="*/ 2562667 h 3828006"/>
                <a:gd name="connsiteX105" fmla="*/ 1393547 w 6357997"/>
                <a:gd name="connsiteY105" fmla="*/ 2541191 h 3828006"/>
                <a:gd name="connsiteX106" fmla="*/ 1405985 w 6357997"/>
                <a:gd name="connsiteY106" fmla="*/ 2519665 h 3828006"/>
                <a:gd name="connsiteX107" fmla="*/ 1418410 w 6357997"/>
                <a:gd name="connsiteY107" fmla="*/ 2498075 h 3828006"/>
                <a:gd name="connsiteX108" fmla="*/ 1430898 w 6357997"/>
                <a:gd name="connsiteY108" fmla="*/ 2476447 h 3828006"/>
                <a:gd name="connsiteX109" fmla="*/ 1443323 w 6357997"/>
                <a:gd name="connsiteY109" fmla="*/ 2454819 h 3828006"/>
                <a:gd name="connsiteX110" fmla="*/ 1468186 w 6357997"/>
                <a:gd name="connsiteY110" fmla="*/ 2411664 h 3828006"/>
                <a:gd name="connsiteX111" fmla="*/ 1480662 w 6357997"/>
                <a:gd name="connsiteY111" fmla="*/ 2390125 h 3828006"/>
                <a:gd name="connsiteX112" fmla="*/ 1493099 w 6357997"/>
                <a:gd name="connsiteY112" fmla="*/ 2368700 h 3828006"/>
                <a:gd name="connsiteX113" fmla="*/ 1505524 w 6357997"/>
                <a:gd name="connsiteY113" fmla="*/ 2347364 h 3828006"/>
                <a:gd name="connsiteX114" fmla="*/ 1517962 w 6357997"/>
                <a:gd name="connsiteY114" fmla="*/ 2326180 h 3828006"/>
                <a:gd name="connsiteX115" fmla="*/ 1530438 w 6357997"/>
                <a:gd name="connsiteY115" fmla="*/ 2305149 h 3828006"/>
                <a:gd name="connsiteX116" fmla="*/ 1542875 w 6357997"/>
                <a:gd name="connsiteY116" fmla="*/ 2284309 h 3828006"/>
                <a:gd name="connsiteX117" fmla="*/ 1555300 w 6357997"/>
                <a:gd name="connsiteY117" fmla="*/ 2263620 h 3828006"/>
                <a:gd name="connsiteX118" fmla="*/ 1567738 w 6357997"/>
                <a:gd name="connsiteY118" fmla="*/ 2243186 h 3828006"/>
                <a:gd name="connsiteX119" fmla="*/ 1580163 w 6357997"/>
                <a:gd name="connsiteY119" fmla="*/ 2223044 h 3828006"/>
                <a:gd name="connsiteX120" fmla="*/ 1592639 w 6357997"/>
                <a:gd name="connsiteY120" fmla="*/ 2203206 h 3828006"/>
                <a:gd name="connsiteX121" fmla="*/ 1605076 w 6357997"/>
                <a:gd name="connsiteY121" fmla="*/ 2183610 h 3828006"/>
                <a:gd name="connsiteX122" fmla="*/ 1617501 w 6357997"/>
                <a:gd name="connsiteY122" fmla="*/ 2164255 h 3828006"/>
                <a:gd name="connsiteX123" fmla="*/ 1629939 w 6357997"/>
                <a:gd name="connsiteY123" fmla="*/ 2145358 h 3828006"/>
                <a:gd name="connsiteX124" fmla="*/ 1642415 w 6357997"/>
                <a:gd name="connsiteY124" fmla="*/ 2126752 h 3828006"/>
                <a:gd name="connsiteX125" fmla="*/ 1654852 w 6357997"/>
                <a:gd name="connsiteY125" fmla="*/ 2108502 h 3828006"/>
                <a:gd name="connsiteX126" fmla="*/ 1667277 w 6357997"/>
                <a:gd name="connsiteY126" fmla="*/ 2090583 h 3828006"/>
                <a:gd name="connsiteX127" fmla="*/ 1679715 w 6357997"/>
                <a:gd name="connsiteY127" fmla="*/ 2073031 h 3828006"/>
                <a:gd name="connsiteX128" fmla="*/ 1692140 w 6357997"/>
                <a:gd name="connsiteY128" fmla="*/ 2055912 h 3828006"/>
                <a:gd name="connsiteX129" fmla="*/ 1704615 w 6357997"/>
                <a:gd name="connsiteY129" fmla="*/ 2039147 h 3828006"/>
                <a:gd name="connsiteX130" fmla="*/ 1717053 w 6357997"/>
                <a:gd name="connsiteY130" fmla="*/ 2022625 h 3828006"/>
                <a:gd name="connsiteX131" fmla="*/ 1729478 w 6357997"/>
                <a:gd name="connsiteY131" fmla="*/ 2006445 h 3828006"/>
                <a:gd name="connsiteX132" fmla="*/ 1741916 w 6357997"/>
                <a:gd name="connsiteY132" fmla="*/ 1990672 h 3828006"/>
                <a:gd name="connsiteX133" fmla="*/ 1754392 w 6357997"/>
                <a:gd name="connsiteY133" fmla="*/ 1975152 h 3828006"/>
                <a:gd name="connsiteX134" fmla="*/ 1766829 w 6357997"/>
                <a:gd name="connsiteY134" fmla="*/ 1959823 h 3828006"/>
                <a:gd name="connsiteX135" fmla="*/ 1779254 w 6357997"/>
                <a:gd name="connsiteY135" fmla="*/ 1944736 h 3828006"/>
                <a:gd name="connsiteX136" fmla="*/ 1791692 w 6357997"/>
                <a:gd name="connsiteY136" fmla="*/ 1929801 h 3828006"/>
                <a:gd name="connsiteX137" fmla="*/ 1804167 w 6357997"/>
                <a:gd name="connsiteY137" fmla="*/ 1915018 h 3828006"/>
                <a:gd name="connsiteX138" fmla="*/ 1841455 w 6357997"/>
                <a:gd name="connsiteY138" fmla="*/ 1870822 h 3828006"/>
                <a:gd name="connsiteX139" fmla="*/ 1853893 w 6357997"/>
                <a:gd name="connsiteY139" fmla="*/ 1855988 h 3828006"/>
                <a:gd name="connsiteX140" fmla="*/ 1866369 w 6357997"/>
                <a:gd name="connsiteY140" fmla="*/ 1841002 h 3828006"/>
                <a:gd name="connsiteX141" fmla="*/ 1878806 w 6357997"/>
                <a:gd name="connsiteY141" fmla="*/ 1825775 h 3828006"/>
                <a:gd name="connsiteX142" fmla="*/ 1891231 w 6357997"/>
                <a:gd name="connsiteY142" fmla="*/ 1810294 h 3828006"/>
                <a:gd name="connsiteX143" fmla="*/ 1903669 w 6357997"/>
                <a:gd name="connsiteY143" fmla="*/ 1794469 h 3828006"/>
                <a:gd name="connsiteX144" fmla="*/ 1916144 w 6357997"/>
                <a:gd name="connsiteY144" fmla="*/ 1778150 h 3828006"/>
                <a:gd name="connsiteX145" fmla="*/ 1928569 w 6357997"/>
                <a:gd name="connsiteY145" fmla="*/ 1761386 h 3828006"/>
                <a:gd name="connsiteX146" fmla="*/ 1941007 w 6357997"/>
                <a:gd name="connsiteY146" fmla="*/ 1744114 h 3828006"/>
                <a:gd name="connsiteX147" fmla="*/ 1953432 w 6357997"/>
                <a:gd name="connsiteY147" fmla="*/ 1726359 h 3828006"/>
                <a:gd name="connsiteX148" fmla="*/ 1965920 w 6357997"/>
                <a:gd name="connsiteY148" fmla="*/ 1707855 h 3828006"/>
                <a:gd name="connsiteX149" fmla="*/ 1978345 w 6357997"/>
                <a:gd name="connsiteY149" fmla="*/ 1688704 h 3828006"/>
                <a:gd name="connsiteX150" fmla="*/ 1990783 w 6357997"/>
                <a:gd name="connsiteY150" fmla="*/ 1668854 h 3828006"/>
                <a:gd name="connsiteX151" fmla="*/ 2003208 w 6357997"/>
                <a:gd name="connsiteY151" fmla="*/ 1648369 h 3828006"/>
                <a:gd name="connsiteX152" fmla="*/ 2015646 w 6357997"/>
                <a:gd name="connsiteY152" fmla="*/ 1627134 h 3828006"/>
                <a:gd name="connsiteX153" fmla="*/ 2028121 w 6357997"/>
                <a:gd name="connsiteY153" fmla="*/ 1604960 h 3828006"/>
                <a:gd name="connsiteX154" fmla="*/ 2040546 w 6357997"/>
                <a:gd name="connsiteY154" fmla="*/ 1582138 h 3828006"/>
                <a:gd name="connsiteX155" fmla="*/ 2052984 w 6357997"/>
                <a:gd name="connsiteY155" fmla="*/ 1558529 h 3828006"/>
                <a:gd name="connsiteX156" fmla="*/ 2065409 w 6357997"/>
                <a:gd name="connsiteY156" fmla="*/ 1534272 h 3828006"/>
                <a:gd name="connsiteX157" fmla="*/ 2077897 w 6357997"/>
                <a:gd name="connsiteY157" fmla="*/ 1509113 h 3828006"/>
                <a:gd name="connsiteX158" fmla="*/ 2090322 w 6357997"/>
                <a:gd name="connsiteY158" fmla="*/ 1483218 h 3828006"/>
                <a:gd name="connsiteX159" fmla="*/ 2102760 w 6357997"/>
                <a:gd name="connsiteY159" fmla="*/ 1456675 h 3828006"/>
                <a:gd name="connsiteX160" fmla="*/ 2115185 w 6357997"/>
                <a:gd name="connsiteY160" fmla="*/ 1429547 h 3828006"/>
                <a:gd name="connsiteX161" fmla="*/ 2127673 w 6357997"/>
                <a:gd name="connsiteY161" fmla="*/ 1401760 h 3828006"/>
                <a:gd name="connsiteX162" fmla="*/ 2140098 w 6357997"/>
                <a:gd name="connsiteY162" fmla="*/ 1373337 h 3828006"/>
                <a:gd name="connsiteX163" fmla="*/ 2152523 w 6357997"/>
                <a:gd name="connsiteY163" fmla="*/ 1344458 h 3828006"/>
                <a:gd name="connsiteX164" fmla="*/ 2164961 w 6357997"/>
                <a:gd name="connsiteY164" fmla="*/ 1315146 h 3828006"/>
                <a:gd name="connsiteX165" fmla="*/ 2177386 w 6357997"/>
                <a:gd name="connsiteY165" fmla="*/ 1285479 h 3828006"/>
                <a:gd name="connsiteX166" fmla="*/ 2189874 w 6357997"/>
                <a:gd name="connsiteY166" fmla="*/ 1255367 h 3828006"/>
                <a:gd name="connsiteX167" fmla="*/ 2202299 w 6357997"/>
                <a:gd name="connsiteY167" fmla="*/ 1225001 h 3828006"/>
                <a:gd name="connsiteX168" fmla="*/ 2214737 w 6357997"/>
                <a:gd name="connsiteY168" fmla="*/ 1194445 h 3828006"/>
                <a:gd name="connsiteX169" fmla="*/ 2227162 w 6357997"/>
                <a:gd name="connsiteY169" fmla="*/ 1163686 h 3828006"/>
                <a:gd name="connsiteX170" fmla="*/ 2239650 w 6357997"/>
                <a:gd name="connsiteY170" fmla="*/ 1132876 h 3828006"/>
                <a:gd name="connsiteX171" fmla="*/ 2264513 w 6357997"/>
                <a:gd name="connsiteY171" fmla="*/ 1071166 h 3828006"/>
                <a:gd name="connsiteX172" fmla="*/ 2276938 w 6357997"/>
                <a:gd name="connsiteY172" fmla="*/ 1040356 h 3828006"/>
                <a:gd name="connsiteX173" fmla="*/ 2289363 w 6357997"/>
                <a:gd name="connsiteY173" fmla="*/ 1009648 h 3828006"/>
                <a:gd name="connsiteX174" fmla="*/ 2301851 w 6357997"/>
                <a:gd name="connsiteY174" fmla="*/ 979142 h 3828006"/>
                <a:gd name="connsiteX175" fmla="*/ 2314276 w 6357997"/>
                <a:gd name="connsiteY175" fmla="*/ 948827 h 3828006"/>
                <a:gd name="connsiteX176" fmla="*/ 2326714 w 6357997"/>
                <a:gd name="connsiteY176" fmla="*/ 918715 h 3828006"/>
                <a:gd name="connsiteX177" fmla="*/ 2339139 w 6357997"/>
                <a:gd name="connsiteY177" fmla="*/ 888807 h 3828006"/>
                <a:gd name="connsiteX178" fmla="*/ 2351627 w 6357997"/>
                <a:gd name="connsiteY178" fmla="*/ 859279 h 3828006"/>
                <a:gd name="connsiteX179" fmla="*/ 2364052 w 6357997"/>
                <a:gd name="connsiteY179" fmla="*/ 830019 h 3828006"/>
                <a:gd name="connsiteX180" fmla="*/ 2376490 w 6357997"/>
                <a:gd name="connsiteY180" fmla="*/ 801088 h 3828006"/>
                <a:gd name="connsiteX181" fmla="*/ 2388915 w 6357997"/>
                <a:gd name="connsiteY181" fmla="*/ 772513 h 3828006"/>
                <a:gd name="connsiteX182" fmla="*/ 2401390 w 6357997"/>
                <a:gd name="connsiteY182" fmla="*/ 744192 h 3828006"/>
                <a:gd name="connsiteX183" fmla="*/ 2413828 w 6357997"/>
                <a:gd name="connsiteY183" fmla="*/ 716354 h 3828006"/>
                <a:gd name="connsiteX184" fmla="*/ 2426253 w 6357997"/>
                <a:gd name="connsiteY184" fmla="*/ 688871 h 3828006"/>
                <a:gd name="connsiteX185" fmla="*/ 2438691 w 6357997"/>
                <a:gd name="connsiteY185" fmla="*/ 661744 h 3828006"/>
                <a:gd name="connsiteX186" fmla="*/ 2451116 w 6357997"/>
                <a:gd name="connsiteY186" fmla="*/ 634896 h 3828006"/>
                <a:gd name="connsiteX187" fmla="*/ 2463604 w 6357997"/>
                <a:gd name="connsiteY187" fmla="*/ 608505 h 3828006"/>
                <a:gd name="connsiteX188" fmla="*/ 2476029 w 6357997"/>
                <a:gd name="connsiteY188" fmla="*/ 582508 h 3828006"/>
                <a:gd name="connsiteX189" fmla="*/ 2488467 w 6357997"/>
                <a:gd name="connsiteY189" fmla="*/ 556816 h 3828006"/>
                <a:gd name="connsiteX190" fmla="*/ 2500892 w 6357997"/>
                <a:gd name="connsiteY190" fmla="*/ 531518 h 3828006"/>
                <a:gd name="connsiteX191" fmla="*/ 2513367 w 6357997"/>
                <a:gd name="connsiteY191" fmla="*/ 506562 h 3828006"/>
                <a:gd name="connsiteX192" fmla="*/ 2525805 w 6357997"/>
                <a:gd name="connsiteY192" fmla="*/ 482102 h 3828006"/>
                <a:gd name="connsiteX193" fmla="*/ 2538230 w 6357997"/>
                <a:gd name="connsiteY193" fmla="*/ 457998 h 3828006"/>
                <a:gd name="connsiteX194" fmla="*/ 2550668 w 6357997"/>
                <a:gd name="connsiteY194" fmla="*/ 434236 h 3828006"/>
                <a:gd name="connsiteX195" fmla="*/ 2563144 w 6357997"/>
                <a:gd name="connsiteY195" fmla="*/ 410868 h 3828006"/>
                <a:gd name="connsiteX196" fmla="*/ 2575581 w 6357997"/>
                <a:gd name="connsiteY196" fmla="*/ 387995 h 3828006"/>
                <a:gd name="connsiteX197" fmla="*/ 2588006 w 6357997"/>
                <a:gd name="connsiteY197" fmla="*/ 365516 h 3828006"/>
                <a:gd name="connsiteX198" fmla="*/ 2600444 w 6357997"/>
                <a:gd name="connsiteY198" fmla="*/ 343545 h 3828006"/>
                <a:gd name="connsiteX199" fmla="*/ 2612869 w 6357997"/>
                <a:gd name="connsiteY199" fmla="*/ 321968 h 3828006"/>
                <a:gd name="connsiteX200" fmla="*/ 2625344 w 6357997"/>
                <a:gd name="connsiteY200" fmla="*/ 300835 h 3828006"/>
                <a:gd name="connsiteX201" fmla="*/ 2637782 w 6357997"/>
                <a:gd name="connsiteY201" fmla="*/ 280337 h 3828006"/>
                <a:gd name="connsiteX202" fmla="*/ 2650207 w 6357997"/>
                <a:gd name="connsiteY202" fmla="*/ 260398 h 3828006"/>
                <a:gd name="connsiteX203" fmla="*/ 2662645 w 6357997"/>
                <a:gd name="connsiteY203" fmla="*/ 240902 h 3828006"/>
                <a:gd name="connsiteX204" fmla="*/ 2675120 w 6357997"/>
                <a:gd name="connsiteY204" fmla="*/ 222002 h 3828006"/>
                <a:gd name="connsiteX205" fmla="*/ 2687558 w 6357997"/>
                <a:gd name="connsiteY205" fmla="*/ 203796 h 3828006"/>
                <a:gd name="connsiteX206" fmla="*/ 2699983 w 6357997"/>
                <a:gd name="connsiteY206" fmla="*/ 186284 h 3828006"/>
                <a:gd name="connsiteX207" fmla="*/ 2712421 w 6357997"/>
                <a:gd name="connsiteY207" fmla="*/ 169316 h 3828006"/>
                <a:gd name="connsiteX208" fmla="*/ 2724896 w 6357997"/>
                <a:gd name="connsiteY208" fmla="*/ 153045 h 3828006"/>
                <a:gd name="connsiteX209" fmla="*/ 2737334 w 6357997"/>
                <a:gd name="connsiteY209" fmla="*/ 137467 h 3828006"/>
                <a:gd name="connsiteX210" fmla="*/ 2749759 w 6357997"/>
                <a:gd name="connsiteY210" fmla="*/ 122784 h 3828006"/>
                <a:gd name="connsiteX211" fmla="*/ 2762184 w 6357997"/>
                <a:gd name="connsiteY211" fmla="*/ 108793 h 3828006"/>
                <a:gd name="connsiteX212" fmla="*/ 2774622 w 6357997"/>
                <a:gd name="connsiteY212" fmla="*/ 95547 h 3828006"/>
                <a:gd name="connsiteX213" fmla="*/ 2787097 w 6357997"/>
                <a:gd name="connsiteY213" fmla="*/ 83045 h 3828006"/>
                <a:gd name="connsiteX214" fmla="*/ 2799535 w 6357997"/>
                <a:gd name="connsiteY214" fmla="*/ 71487 h 3828006"/>
                <a:gd name="connsiteX215" fmla="*/ 2811960 w 6357997"/>
                <a:gd name="connsiteY215" fmla="*/ 60820 h 3828006"/>
                <a:gd name="connsiteX216" fmla="*/ 2824398 w 6357997"/>
                <a:gd name="connsiteY216" fmla="*/ 50899 h 3828006"/>
                <a:gd name="connsiteX217" fmla="*/ 2836873 w 6357997"/>
                <a:gd name="connsiteY217" fmla="*/ 41770 h 3828006"/>
                <a:gd name="connsiteX218" fmla="*/ 2849311 w 6357997"/>
                <a:gd name="connsiteY218" fmla="*/ 33585 h 3828006"/>
                <a:gd name="connsiteX219" fmla="*/ 2861736 w 6357997"/>
                <a:gd name="connsiteY219" fmla="*/ 26392 h 3828006"/>
                <a:gd name="connsiteX220" fmla="*/ 2874161 w 6357997"/>
                <a:gd name="connsiteY220" fmla="*/ 19992 h 3828006"/>
                <a:gd name="connsiteX221" fmla="*/ 2886599 w 6357997"/>
                <a:gd name="connsiteY221" fmla="*/ 14436 h 3828006"/>
                <a:gd name="connsiteX222" fmla="*/ 2899074 w 6357997"/>
                <a:gd name="connsiteY222" fmla="*/ 9723 h 3828006"/>
                <a:gd name="connsiteX223" fmla="*/ 2911512 w 6357997"/>
                <a:gd name="connsiteY223" fmla="*/ 6053 h 3828006"/>
                <a:gd name="connsiteX224" fmla="*/ 2923937 w 6357997"/>
                <a:gd name="connsiteY224" fmla="*/ 3274 h 3828006"/>
                <a:gd name="connsiteX225" fmla="*/ 2936374 w 6357997"/>
                <a:gd name="connsiteY225" fmla="*/ 1340 h 3828006"/>
                <a:gd name="connsiteX226" fmla="*/ 2948850 w 6357997"/>
                <a:gd name="connsiteY226" fmla="*/ 198 h 3828006"/>
                <a:gd name="connsiteX227" fmla="*/ 2961288 w 6357997"/>
                <a:gd name="connsiteY227" fmla="*/ 0 h 3828006"/>
                <a:gd name="connsiteX228" fmla="*/ 2973713 w 6357997"/>
                <a:gd name="connsiteY228" fmla="*/ 843 h 3828006"/>
                <a:gd name="connsiteX229" fmla="*/ 2986138 w 6357997"/>
                <a:gd name="connsiteY229" fmla="*/ 2480 h 3828006"/>
                <a:gd name="connsiteX230" fmla="*/ 2998626 w 6357997"/>
                <a:gd name="connsiteY230" fmla="*/ 4911 h 3828006"/>
                <a:gd name="connsiteX231" fmla="*/ 3011051 w 6357997"/>
                <a:gd name="connsiteY231" fmla="*/ 8185 h 3828006"/>
                <a:gd name="connsiteX232" fmla="*/ 3023489 w 6357997"/>
                <a:gd name="connsiteY232" fmla="*/ 12502 h 3828006"/>
                <a:gd name="connsiteX233" fmla="*/ 3035914 w 6357997"/>
                <a:gd name="connsiteY233" fmla="*/ 17710 h 3828006"/>
                <a:gd name="connsiteX234" fmla="*/ 3048351 w 6357997"/>
                <a:gd name="connsiteY234" fmla="*/ 23664 h 3828006"/>
                <a:gd name="connsiteX235" fmla="*/ 3060827 w 6357997"/>
                <a:gd name="connsiteY235" fmla="*/ 30410 h 3828006"/>
                <a:gd name="connsiteX236" fmla="*/ 3073265 w 6357997"/>
                <a:gd name="connsiteY236" fmla="*/ 38100 h 3828006"/>
                <a:gd name="connsiteX237" fmla="*/ 3085690 w 6357997"/>
                <a:gd name="connsiteY237" fmla="*/ 46732 h 3828006"/>
                <a:gd name="connsiteX238" fmla="*/ 3098127 w 6357997"/>
                <a:gd name="connsiteY238" fmla="*/ 56158 h 3828006"/>
                <a:gd name="connsiteX239" fmla="*/ 3110603 w 6357997"/>
                <a:gd name="connsiteY239" fmla="*/ 66327 h 3828006"/>
                <a:gd name="connsiteX240" fmla="*/ 3123028 w 6357997"/>
                <a:gd name="connsiteY240" fmla="*/ 77291 h 3828006"/>
                <a:gd name="connsiteX241" fmla="*/ 3135466 w 6357997"/>
                <a:gd name="connsiteY241" fmla="*/ 89296 h 3828006"/>
                <a:gd name="connsiteX242" fmla="*/ 3147891 w 6357997"/>
                <a:gd name="connsiteY242" fmla="*/ 101996 h 3828006"/>
                <a:gd name="connsiteX243" fmla="*/ 3160379 w 6357997"/>
                <a:gd name="connsiteY243" fmla="*/ 115490 h 3828006"/>
                <a:gd name="connsiteX244" fmla="*/ 3172804 w 6357997"/>
                <a:gd name="connsiteY244" fmla="*/ 129678 h 3828006"/>
                <a:gd name="connsiteX245" fmla="*/ 3185242 w 6357997"/>
                <a:gd name="connsiteY245" fmla="*/ 144661 h 3828006"/>
                <a:gd name="connsiteX246" fmla="*/ 3197667 w 6357997"/>
                <a:gd name="connsiteY246" fmla="*/ 160536 h 3828006"/>
                <a:gd name="connsiteX247" fmla="*/ 3210104 w 6357997"/>
                <a:gd name="connsiteY247" fmla="*/ 177006 h 3828006"/>
                <a:gd name="connsiteX248" fmla="*/ 3222580 w 6357997"/>
                <a:gd name="connsiteY248" fmla="*/ 194170 h 3828006"/>
                <a:gd name="connsiteX249" fmla="*/ 3235005 w 6357997"/>
                <a:gd name="connsiteY249" fmla="*/ 211931 h 3828006"/>
                <a:gd name="connsiteX250" fmla="*/ 3247443 w 6357997"/>
                <a:gd name="connsiteY250" fmla="*/ 230534 h 3828006"/>
                <a:gd name="connsiteX251" fmla="*/ 3259868 w 6357997"/>
                <a:gd name="connsiteY251" fmla="*/ 249683 h 3828006"/>
                <a:gd name="connsiteX252" fmla="*/ 3272356 w 6357997"/>
                <a:gd name="connsiteY252" fmla="*/ 269377 h 3828006"/>
                <a:gd name="connsiteX253" fmla="*/ 3284781 w 6357997"/>
                <a:gd name="connsiteY253" fmla="*/ 289570 h 3828006"/>
                <a:gd name="connsiteX254" fmla="*/ 3297219 w 6357997"/>
                <a:gd name="connsiteY254" fmla="*/ 310309 h 3828006"/>
                <a:gd name="connsiteX255" fmla="*/ 3309644 w 6357997"/>
                <a:gd name="connsiteY255" fmla="*/ 331594 h 3828006"/>
                <a:gd name="connsiteX256" fmla="*/ 3322119 w 6357997"/>
                <a:gd name="connsiteY256" fmla="*/ 353273 h 3828006"/>
                <a:gd name="connsiteX257" fmla="*/ 3334557 w 6357997"/>
                <a:gd name="connsiteY257" fmla="*/ 375244 h 3828006"/>
                <a:gd name="connsiteX258" fmla="*/ 3346982 w 6357997"/>
                <a:gd name="connsiteY258" fmla="*/ 397622 h 3828006"/>
                <a:gd name="connsiteX259" fmla="*/ 3359420 w 6357997"/>
                <a:gd name="connsiteY259" fmla="*/ 420342 h 3828006"/>
                <a:gd name="connsiteX260" fmla="*/ 3371845 w 6357997"/>
                <a:gd name="connsiteY260" fmla="*/ 443304 h 3828006"/>
                <a:gd name="connsiteX261" fmla="*/ 3384333 w 6357997"/>
                <a:gd name="connsiteY261" fmla="*/ 466481 h 3828006"/>
                <a:gd name="connsiteX262" fmla="*/ 3396758 w 6357997"/>
                <a:gd name="connsiteY262" fmla="*/ 489798 h 3828006"/>
                <a:gd name="connsiteX263" fmla="*/ 3409195 w 6357997"/>
                <a:gd name="connsiteY263" fmla="*/ 513255 h 3828006"/>
                <a:gd name="connsiteX264" fmla="*/ 3421621 w 6357997"/>
                <a:gd name="connsiteY264" fmla="*/ 536826 h 3828006"/>
                <a:gd name="connsiteX265" fmla="*/ 3434109 w 6357997"/>
                <a:gd name="connsiteY265" fmla="*/ 560385 h 3828006"/>
                <a:gd name="connsiteX266" fmla="*/ 3446534 w 6357997"/>
                <a:gd name="connsiteY266" fmla="*/ 584007 h 3828006"/>
                <a:gd name="connsiteX267" fmla="*/ 3458959 w 6357997"/>
                <a:gd name="connsiteY267" fmla="*/ 607565 h 3828006"/>
                <a:gd name="connsiteX268" fmla="*/ 3471397 w 6357997"/>
                <a:gd name="connsiteY268" fmla="*/ 631086 h 3828006"/>
                <a:gd name="connsiteX269" fmla="*/ 3483822 w 6357997"/>
                <a:gd name="connsiteY269" fmla="*/ 654492 h 3828006"/>
                <a:gd name="connsiteX270" fmla="*/ 3496310 w 6357997"/>
                <a:gd name="connsiteY270" fmla="*/ 677809 h 3828006"/>
                <a:gd name="connsiteX271" fmla="*/ 3508735 w 6357997"/>
                <a:gd name="connsiteY271" fmla="*/ 701025 h 3828006"/>
                <a:gd name="connsiteX272" fmla="*/ 3521172 w 6357997"/>
                <a:gd name="connsiteY272" fmla="*/ 724050 h 3828006"/>
                <a:gd name="connsiteX273" fmla="*/ 3533598 w 6357997"/>
                <a:gd name="connsiteY273" fmla="*/ 746872 h 3828006"/>
                <a:gd name="connsiteX274" fmla="*/ 3546086 w 6357997"/>
                <a:gd name="connsiteY274" fmla="*/ 769541 h 3828006"/>
                <a:gd name="connsiteX275" fmla="*/ 3558511 w 6357997"/>
                <a:gd name="connsiteY275" fmla="*/ 792008 h 3828006"/>
                <a:gd name="connsiteX276" fmla="*/ 3570948 w 6357997"/>
                <a:gd name="connsiteY276" fmla="*/ 814283 h 3828006"/>
                <a:gd name="connsiteX277" fmla="*/ 3583373 w 6357997"/>
                <a:gd name="connsiteY277" fmla="*/ 836318 h 3828006"/>
                <a:gd name="connsiteX278" fmla="*/ 3595849 w 6357997"/>
                <a:gd name="connsiteY278" fmla="*/ 858187 h 3828006"/>
                <a:gd name="connsiteX279" fmla="*/ 3608287 w 6357997"/>
                <a:gd name="connsiteY279" fmla="*/ 879917 h 3828006"/>
                <a:gd name="connsiteX280" fmla="*/ 3620712 w 6357997"/>
                <a:gd name="connsiteY280" fmla="*/ 901456 h 3828006"/>
                <a:gd name="connsiteX281" fmla="*/ 3633149 w 6357997"/>
                <a:gd name="connsiteY281" fmla="*/ 922830 h 3828006"/>
                <a:gd name="connsiteX282" fmla="*/ 3645574 w 6357997"/>
                <a:gd name="connsiteY282" fmla="*/ 944065 h 3828006"/>
                <a:gd name="connsiteX283" fmla="*/ 3658063 w 6357997"/>
                <a:gd name="connsiteY283" fmla="*/ 965198 h 3828006"/>
                <a:gd name="connsiteX284" fmla="*/ 3670488 w 6357997"/>
                <a:gd name="connsiteY284" fmla="*/ 986229 h 3828006"/>
                <a:gd name="connsiteX285" fmla="*/ 3682925 w 6357997"/>
                <a:gd name="connsiteY285" fmla="*/ 1007222 h 3828006"/>
                <a:gd name="connsiteX286" fmla="*/ 3695350 w 6357997"/>
                <a:gd name="connsiteY286" fmla="*/ 1028151 h 3828006"/>
                <a:gd name="connsiteX287" fmla="*/ 3707826 w 6357997"/>
                <a:gd name="connsiteY287" fmla="*/ 1049145 h 3828006"/>
                <a:gd name="connsiteX288" fmla="*/ 3720264 w 6357997"/>
                <a:gd name="connsiteY288" fmla="*/ 1070125 h 3828006"/>
                <a:gd name="connsiteX289" fmla="*/ 3732689 w 6357997"/>
                <a:gd name="connsiteY289" fmla="*/ 1091156 h 3828006"/>
                <a:gd name="connsiteX290" fmla="*/ 3745126 w 6357997"/>
                <a:gd name="connsiteY290" fmla="*/ 1112340 h 3828006"/>
                <a:gd name="connsiteX291" fmla="*/ 3757602 w 6357997"/>
                <a:gd name="connsiteY291" fmla="*/ 1133676 h 3828006"/>
                <a:gd name="connsiteX292" fmla="*/ 3770040 w 6357997"/>
                <a:gd name="connsiteY292" fmla="*/ 1155151 h 3828006"/>
                <a:gd name="connsiteX293" fmla="*/ 3782465 w 6357997"/>
                <a:gd name="connsiteY293" fmla="*/ 1176830 h 3828006"/>
                <a:gd name="connsiteX294" fmla="*/ 3794902 w 6357997"/>
                <a:gd name="connsiteY294" fmla="*/ 1198763 h 3828006"/>
                <a:gd name="connsiteX295" fmla="*/ 3807327 w 6357997"/>
                <a:gd name="connsiteY295" fmla="*/ 1220988 h 3828006"/>
                <a:gd name="connsiteX296" fmla="*/ 3819803 w 6357997"/>
                <a:gd name="connsiteY296" fmla="*/ 1243505 h 3828006"/>
                <a:gd name="connsiteX297" fmla="*/ 3832241 w 6357997"/>
                <a:gd name="connsiteY297" fmla="*/ 1266327 h 3828006"/>
                <a:gd name="connsiteX298" fmla="*/ 3844666 w 6357997"/>
                <a:gd name="connsiteY298" fmla="*/ 1289492 h 3828006"/>
                <a:gd name="connsiteX299" fmla="*/ 3857103 w 6357997"/>
                <a:gd name="connsiteY299" fmla="*/ 1313165 h 3828006"/>
                <a:gd name="connsiteX300" fmla="*/ 3869579 w 6357997"/>
                <a:gd name="connsiteY300" fmla="*/ 1337168 h 3828006"/>
                <a:gd name="connsiteX301" fmla="*/ 3882017 w 6357997"/>
                <a:gd name="connsiteY301" fmla="*/ 1361577 h 3828006"/>
                <a:gd name="connsiteX302" fmla="*/ 3894442 w 6357997"/>
                <a:gd name="connsiteY302" fmla="*/ 1386380 h 3828006"/>
                <a:gd name="connsiteX303" fmla="*/ 3906879 w 6357997"/>
                <a:gd name="connsiteY303" fmla="*/ 1411679 h 3828006"/>
                <a:gd name="connsiteX304" fmla="*/ 3919355 w 6357997"/>
                <a:gd name="connsiteY304" fmla="*/ 1437536 h 3828006"/>
                <a:gd name="connsiteX305" fmla="*/ 3931780 w 6357997"/>
                <a:gd name="connsiteY305" fmla="*/ 1463774 h 3828006"/>
                <a:gd name="connsiteX306" fmla="*/ 3944218 w 6357997"/>
                <a:gd name="connsiteY306" fmla="*/ 1490470 h 3828006"/>
                <a:gd name="connsiteX307" fmla="*/ 3956643 w 6357997"/>
                <a:gd name="connsiteY307" fmla="*/ 1517546 h 3828006"/>
                <a:gd name="connsiteX308" fmla="*/ 3969080 w 6357997"/>
                <a:gd name="connsiteY308" fmla="*/ 1545232 h 3828006"/>
                <a:gd name="connsiteX309" fmla="*/ 3981556 w 6357997"/>
                <a:gd name="connsiteY309" fmla="*/ 1573362 h 3828006"/>
                <a:gd name="connsiteX310" fmla="*/ 3993993 w 6357997"/>
                <a:gd name="connsiteY310" fmla="*/ 1601836 h 3828006"/>
                <a:gd name="connsiteX311" fmla="*/ 4006419 w 6357997"/>
                <a:gd name="connsiteY311" fmla="*/ 1630716 h 3828006"/>
                <a:gd name="connsiteX312" fmla="*/ 4018856 w 6357997"/>
                <a:gd name="connsiteY312" fmla="*/ 1660027 h 3828006"/>
                <a:gd name="connsiteX313" fmla="*/ 4031332 w 6357997"/>
                <a:gd name="connsiteY313" fmla="*/ 1689745 h 3828006"/>
                <a:gd name="connsiteX314" fmla="*/ 4043757 w 6357997"/>
                <a:gd name="connsiteY314" fmla="*/ 1719806 h 3828006"/>
                <a:gd name="connsiteX315" fmla="*/ 4056195 w 6357997"/>
                <a:gd name="connsiteY315" fmla="*/ 1750121 h 3828006"/>
                <a:gd name="connsiteX316" fmla="*/ 4068620 w 6357997"/>
                <a:gd name="connsiteY316" fmla="*/ 1780677 h 3828006"/>
                <a:gd name="connsiteX317" fmla="*/ 4081057 w 6357997"/>
                <a:gd name="connsiteY317" fmla="*/ 1811589 h 3828006"/>
                <a:gd name="connsiteX318" fmla="*/ 4093533 w 6357997"/>
                <a:gd name="connsiteY318" fmla="*/ 1842640 h 3828006"/>
                <a:gd name="connsiteX319" fmla="*/ 4105970 w 6357997"/>
                <a:gd name="connsiteY319" fmla="*/ 1873844 h 3828006"/>
                <a:gd name="connsiteX320" fmla="*/ 4118396 w 6357997"/>
                <a:gd name="connsiteY320" fmla="*/ 1905150 h 3828006"/>
                <a:gd name="connsiteX321" fmla="*/ 4130833 w 6357997"/>
                <a:gd name="connsiteY321" fmla="*/ 1936506 h 3828006"/>
                <a:gd name="connsiteX322" fmla="*/ 4143309 w 6357997"/>
                <a:gd name="connsiteY322" fmla="*/ 1967901 h 3828006"/>
                <a:gd name="connsiteX323" fmla="*/ 4155734 w 6357997"/>
                <a:gd name="connsiteY323" fmla="*/ 1999257 h 3828006"/>
                <a:gd name="connsiteX324" fmla="*/ 4168171 w 6357997"/>
                <a:gd name="connsiteY324" fmla="*/ 2030562 h 3828006"/>
                <a:gd name="connsiteX325" fmla="*/ 4180597 w 6357997"/>
                <a:gd name="connsiteY325" fmla="*/ 2061715 h 3828006"/>
                <a:gd name="connsiteX326" fmla="*/ 4193085 w 6357997"/>
                <a:gd name="connsiteY326" fmla="*/ 2092678 h 3828006"/>
                <a:gd name="connsiteX327" fmla="*/ 4205510 w 6357997"/>
                <a:gd name="connsiteY327" fmla="*/ 2123374 h 3828006"/>
                <a:gd name="connsiteX328" fmla="*/ 4217947 w 6357997"/>
                <a:gd name="connsiteY328" fmla="*/ 2153892 h 3828006"/>
                <a:gd name="connsiteX329" fmla="*/ 4230373 w 6357997"/>
                <a:gd name="connsiteY329" fmla="*/ 2184055 h 3828006"/>
                <a:gd name="connsiteX330" fmla="*/ 4242810 w 6357997"/>
                <a:gd name="connsiteY330" fmla="*/ 2213773 h 3828006"/>
                <a:gd name="connsiteX331" fmla="*/ 4255286 w 6357997"/>
                <a:gd name="connsiteY331" fmla="*/ 2243084 h 3828006"/>
                <a:gd name="connsiteX332" fmla="*/ 4267723 w 6357997"/>
                <a:gd name="connsiteY332" fmla="*/ 2271964 h 3828006"/>
                <a:gd name="connsiteX333" fmla="*/ 4280149 w 6357997"/>
                <a:gd name="connsiteY333" fmla="*/ 2300387 h 3828006"/>
                <a:gd name="connsiteX334" fmla="*/ 4292574 w 6357997"/>
                <a:gd name="connsiteY334" fmla="*/ 2328314 h 3828006"/>
                <a:gd name="connsiteX335" fmla="*/ 4305062 w 6357997"/>
                <a:gd name="connsiteY335" fmla="*/ 2355555 h 3828006"/>
                <a:gd name="connsiteX336" fmla="*/ 4317487 w 6357997"/>
                <a:gd name="connsiteY336" fmla="*/ 2382238 h 3828006"/>
                <a:gd name="connsiteX337" fmla="*/ 4329924 w 6357997"/>
                <a:gd name="connsiteY337" fmla="*/ 2408337 h 3828006"/>
                <a:gd name="connsiteX338" fmla="*/ 4342350 w 6357997"/>
                <a:gd name="connsiteY338" fmla="*/ 2433889 h 3828006"/>
                <a:gd name="connsiteX339" fmla="*/ 4354838 w 6357997"/>
                <a:gd name="connsiteY339" fmla="*/ 2458692 h 3828006"/>
                <a:gd name="connsiteX340" fmla="*/ 4367263 w 6357997"/>
                <a:gd name="connsiteY340" fmla="*/ 2482797 h 3828006"/>
                <a:gd name="connsiteX341" fmla="*/ 4379700 w 6357997"/>
                <a:gd name="connsiteY341" fmla="*/ 2506317 h 3828006"/>
                <a:gd name="connsiteX342" fmla="*/ 4392125 w 6357997"/>
                <a:gd name="connsiteY342" fmla="*/ 2529190 h 3828006"/>
                <a:gd name="connsiteX343" fmla="*/ 4404563 w 6357997"/>
                <a:gd name="connsiteY343" fmla="*/ 2551466 h 3828006"/>
                <a:gd name="connsiteX344" fmla="*/ 4417039 w 6357997"/>
                <a:gd name="connsiteY344" fmla="*/ 2572891 h 3828006"/>
                <a:gd name="connsiteX345" fmla="*/ 4429464 w 6357997"/>
                <a:gd name="connsiteY345" fmla="*/ 2593731 h 3828006"/>
                <a:gd name="connsiteX346" fmla="*/ 4441901 w 6357997"/>
                <a:gd name="connsiteY346" fmla="*/ 2614013 h 3828006"/>
                <a:gd name="connsiteX347" fmla="*/ 4454326 w 6357997"/>
                <a:gd name="connsiteY347" fmla="*/ 2633762 h 3828006"/>
                <a:gd name="connsiteX348" fmla="*/ 4466815 w 6357997"/>
                <a:gd name="connsiteY348" fmla="*/ 2652812 h 3828006"/>
                <a:gd name="connsiteX349" fmla="*/ 4479240 w 6357997"/>
                <a:gd name="connsiteY349" fmla="*/ 2671265 h 3828006"/>
                <a:gd name="connsiteX350" fmla="*/ 4491677 w 6357997"/>
                <a:gd name="connsiteY350" fmla="*/ 2689223 h 3828006"/>
                <a:gd name="connsiteX351" fmla="*/ 4504102 w 6357997"/>
                <a:gd name="connsiteY351" fmla="*/ 2706787 h 3828006"/>
                <a:gd name="connsiteX352" fmla="*/ 4516578 w 6357997"/>
                <a:gd name="connsiteY352" fmla="*/ 2723805 h 3828006"/>
                <a:gd name="connsiteX353" fmla="*/ 4529016 w 6357997"/>
                <a:gd name="connsiteY353" fmla="*/ 2740327 h 3828006"/>
                <a:gd name="connsiteX354" fmla="*/ 4541441 w 6357997"/>
                <a:gd name="connsiteY354" fmla="*/ 2756444 h 3828006"/>
                <a:gd name="connsiteX355" fmla="*/ 4553878 w 6357997"/>
                <a:gd name="connsiteY355" fmla="*/ 2772268 h 3828006"/>
                <a:gd name="connsiteX356" fmla="*/ 4566303 w 6357997"/>
                <a:gd name="connsiteY356" fmla="*/ 2787749 h 3828006"/>
                <a:gd name="connsiteX357" fmla="*/ 4578792 w 6357997"/>
                <a:gd name="connsiteY357" fmla="*/ 2802824 h 3828006"/>
                <a:gd name="connsiteX358" fmla="*/ 4591217 w 6357997"/>
                <a:gd name="connsiteY358" fmla="*/ 2817658 h 3828006"/>
                <a:gd name="connsiteX359" fmla="*/ 4603654 w 6357997"/>
                <a:gd name="connsiteY359" fmla="*/ 2832301 h 3828006"/>
                <a:gd name="connsiteX360" fmla="*/ 4616079 w 6357997"/>
                <a:gd name="connsiteY360" fmla="*/ 2846690 h 3828006"/>
                <a:gd name="connsiteX361" fmla="*/ 4628555 w 6357997"/>
                <a:gd name="connsiteY361" fmla="*/ 2860876 h 3828006"/>
                <a:gd name="connsiteX362" fmla="*/ 4640993 w 6357997"/>
                <a:gd name="connsiteY362" fmla="*/ 2874859 h 3828006"/>
                <a:gd name="connsiteX363" fmla="*/ 4653418 w 6357997"/>
                <a:gd name="connsiteY363" fmla="*/ 2888752 h 3828006"/>
                <a:gd name="connsiteX364" fmla="*/ 4665855 w 6357997"/>
                <a:gd name="connsiteY364" fmla="*/ 2902494 h 3828006"/>
                <a:gd name="connsiteX365" fmla="*/ 4678280 w 6357997"/>
                <a:gd name="connsiteY365" fmla="*/ 2916083 h 3828006"/>
                <a:gd name="connsiteX366" fmla="*/ 4690769 w 6357997"/>
                <a:gd name="connsiteY366" fmla="*/ 2929634 h 3828006"/>
                <a:gd name="connsiteX367" fmla="*/ 4703194 w 6357997"/>
                <a:gd name="connsiteY367" fmla="*/ 2943032 h 3828006"/>
                <a:gd name="connsiteX368" fmla="*/ 4715631 w 6357997"/>
                <a:gd name="connsiteY368" fmla="*/ 2956367 h 3828006"/>
                <a:gd name="connsiteX369" fmla="*/ 4728056 w 6357997"/>
                <a:gd name="connsiteY369" fmla="*/ 2969613 h 3828006"/>
                <a:gd name="connsiteX370" fmla="*/ 4740544 w 6357997"/>
                <a:gd name="connsiteY370" fmla="*/ 2982809 h 3828006"/>
                <a:gd name="connsiteX371" fmla="*/ 4752970 w 6357997"/>
                <a:gd name="connsiteY371" fmla="*/ 2995915 h 3828006"/>
                <a:gd name="connsiteX372" fmla="*/ 4765395 w 6357997"/>
                <a:gd name="connsiteY372" fmla="*/ 3008958 h 3828006"/>
                <a:gd name="connsiteX373" fmla="*/ 4777832 w 6357997"/>
                <a:gd name="connsiteY373" fmla="*/ 3021899 h 3828006"/>
                <a:gd name="connsiteX374" fmla="*/ 4790308 w 6357997"/>
                <a:gd name="connsiteY374" fmla="*/ 3034802 h 3828006"/>
                <a:gd name="connsiteX375" fmla="*/ 4802745 w 6357997"/>
                <a:gd name="connsiteY375" fmla="*/ 3047604 h 3828006"/>
                <a:gd name="connsiteX376" fmla="*/ 4815171 w 6357997"/>
                <a:gd name="connsiteY376" fmla="*/ 3060304 h 3828006"/>
                <a:gd name="connsiteX377" fmla="*/ 4827608 w 6357997"/>
                <a:gd name="connsiteY377" fmla="*/ 3072902 h 3828006"/>
                <a:gd name="connsiteX378" fmla="*/ 4840033 w 6357997"/>
                <a:gd name="connsiteY378" fmla="*/ 3085399 h 3828006"/>
                <a:gd name="connsiteX379" fmla="*/ 4852521 w 6357997"/>
                <a:gd name="connsiteY379" fmla="*/ 3097807 h 3828006"/>
                <a:gd name="connsiteX380" fmla="*/ 4864947 w 6357997"/>
                <a:gd name="connsiteY380" fmla="*/ 3110062 h 3828006"/>
                <a:gd name="connsiteX381" fmla="*/ 4877372 w 6357997"/>
                <a:gd name="connsiteY381" fmla="*/ 3122216 h 3828006"/>
                <a:gd name="connsiteX382" fmla="*/ 4889809 w 6357997"/>
                <a:gd name="connsiteY382" fmla="*/ 3134218 h 3828006"/>
                <a:gd name="connsiteX383" fmla="*/ 4902285 w 6357997"/>
                <a:gd name="connsiteY383" fmla="*/ 3146080 h 3828006"/>
                <a:gd name="connsiteX384" fmla="*/ 4914722 w 6357997"/>
                <a:gd name="connsiteY384" fmla="*/ 3157789 h 3828006"/>
                <a:gd name="connsiteX385" fmla="*/ 4927148 w 6357997"/>
                <a:gd name="connsiteY385" fmla="*/ 3169346 h 3828006"/>
                <a:gd name="connsiteX386" fmla="*/ 4939585 w 6357997"/>
                <a:gd name="connsiteY386" fmla="*/ 3180751 h 3828006"/>
                <a:gd name="connsiteX387" fmla="*/ 4952061 w 6357997"/>
                <a:gd name="connsiteY387" fmla="*/ 3192016 h 3828006"/>
                <a:gd name="connsiteX388" fmla="*/ 4964498 w 6357997"/>
                <a:gd name="connsiteY388" fmla="*/ 3203077 h 3828006"/>
                <a:gd name="connsiteX389" fmla="*/ 4976923 w 6357997"/>
                <a:gd name="connsiteY389" fmla="*/ 3213948 h 3828006"/>
                <a:gd name="connsiteX390" fmla="*/ 4989349 w 6357997"/>
                <a:gd name="connsiteY390" fmla="*/ 3224655 h 3828006"/>
                <a:gd name="connsiteX391" fmla="*/ 5001786 w 6357997"/>
                <a:gd name="connsiteY391" fmla="*/ 3235221 h 3828006"/>
                <a:gd name="connsiteX392" fmla="*/ 5014262 w 6357997"/>
                <a:gd name="connsiteY392" fmla="*/ 3245597 h 3828006"/>
                <a:gd name="connsiteX393" fmla="*/ 5026699 w 6357997"/>
                <a:gd name="connsiteY393" fmla="*/ 3255769 h 3828006"/>
                <a:gd name="connsiteX394" fmla="*/ 5039124 w 6357997"/>
                <a:gd name="connsiteY394" fmla="*/ 3265739 h 3828006"/>
                <a:gd name="connsiteX395" fmla="*/ 5051562 w 6357997"/>
                <a:gd name="connsiteY395" fmla="*/ 3275556 h 3828006"/>
                <a:gd name="connsiteX396" fmla="*/ 5064038 w 6357997"/>
                <a:gd name="connsiteY396" fmla="*/ 3285183 h 3828006"/>
                <a:gd name="connsiteX397" fmla="*/ 5076475 w 6357997"/>
                <a:gd name="connsiteY397" fmla="*/ 3294606 h 3828006"/>
                <a:gd name="connsiteX398" fmla="*/ 5088900 w 6357997"/>
                <a:gd name="connsiteY398" fmla="*/ 3303788 h 3828006"/>
                <a:gd name="connsiteX399" fmla="*/ 5101338 w 6357997"/>
                <a:gd name="connsiteY399" fmla="*/ 3312818 h 3828006"/>
                <a:gd name="connsiteX400" fmla="*/ 5113814 w 6357997"/>
                <a:gd name="connsiteY400" fmla="*/ 3321695 h 3828006"/>
                <a:gd name="connsiteX401" fmla="*/ 5126239 w 6357997"/>
                <a:gd name="connsiteY401" fmla="*/ 3330382 h 3828006"/>
                <a:gd name="connsiteX402" fmla="*/ 5138676 w 6357997"/>
                <a:gd name="connsiteY402" fmla="*/ 3338815 h 3828006"/>
                <a:gd name="connsiteX403" fmla="*/ 5151101 w 6357997"/>
                <a:gd name="connsiteY403" fmla="*/ 3347095 h 3828006"/>
                <a:gd name="connsiteX404" fmla="*/ 5163539 w 6357997"/>
                <a:gd name="connsiteY404" fmla="*/ 3355236 h 3828006"/>
                <a:gd name="connsiteX405" fmla="*/ 5176015 w 6357997"/>
                <a:gd name="connsiteY405" fmla="*/ 3363173 h 3828006"/>
                <a:gd name="connsiteX406" fmla="*/ 5188452 w 6357997"/>
                <a:gd name="connsiteY406" fmla="*/ 3370908 h 3828006"/>
                <a:gd name="connsiteX407" fmla="*/ 5200877 w 6357997"/>
                <a:gd name="connsiteY407" fmla="*/ 3378451 h 3828006"/>
                <a:gd name="connsiteX408" fmla="*/ 5213315 w 6357997"/>
                <a:gd name="connsiteY408" fmla="*/ 3385843 h 3828006"/>
                <a:gd name="connsiteX409" fmla="*/ 5225791 w 6357997"/>
                <a:gd name="connsiteY409" fmla="*/ 3393082 h 3828006"/>
                <a:gd name="connsiteX410" fmla="*/ 5238216 w 6357997"/>
                <a:gd name="connsiteY410" fmla="*/ 3400130 h 3828006"/>
                <a:gd name="connsiteX411" fmla="*/ 5250653 w 6357997"/>
                <a:gd name="connsiteY411" fmla="*/ 3407026 h 3828006"/>
                <a:gd name="connsiteX412" fmla="*/ 5263078 w 6357997"/>
                <a:gd name="connsiteY412" fmla="*/ 3413821 h 3828006"/>
                <a:gd name="connsiteX413" fmla="*/ 5275516 w 6357997"/>
                <a:gd name="connsiteY413" fmla="*/ 3420463 h 3828006"/>
                <a:gd name="connsiteX414" fmla="*/ 5287992 w 6357997"/>
                <a:gd name="connsiteY414" fmla="*/ 3426966 h 3828006"/>
                <a:gd name="connsiteX415" fmla="*/ 5300429 w 6357997"/>
                <a:gd name="connsiteY415" fmla="*/ 3433366 h 3828006"/>
                <a:gd name="connsiteX416" fmla="*/ 5312854 w 6357997"/>
                <a:gd name="connsiteY416" fmla="*/ 3439666 h 3828006"/>
                <a:gd name="connsiteX417" fmla="*/ 5325292 w 6357997"/>
                <a:gd name="connsiteY417" fmla="*/ 3445863 h 3828006"/>
                <a:gd name="connsiteX418" fmla="*/ 5337768 w 6357997"/>
                <a:gd name="connsiteY418" fmla="*/ 3451972 h 3828006"/>
                <a:gd name="connsiteX419" fmla="*/ 5350193 w 6357997"/>
                <a:gd name="connsiteY419" fmla="*/ 3458017 h 3828006"/>
                <a:gd name="connsiteX420" fmla="*/ 5375055 w 6357997"/>
                <a:gd name="connsiteY420" fmla="*/ 3470031 h 3828006"/>
                <a:gd name="connsiteX421" fmla="*/ 5387543 w 6357997"/>
                <a:gd name="connsiteY421" fmla="*/ 3475975 h 3828006"/>
                <a:gd name="connsiteX422" fmla="*/ 5424831 w 6357997"/>
                <a:gd name="connsiteY422" fmla="*/ 3493844 h 3828006"/>
                <a:gd name="connsiteX423" fmla="*/ 5437269 w 6357997"/>
                <a:gd name="connsiteY423" fmla="*/ 3499838 h 3828006"/>
                <a:gd name="connsiteX424" fmla="*/ 5449745 w 6357997"/>
                <a:gd name="connsiteY424" fmla="*/ 3505896 h 3828006"/>
                <a:gd name="connsiteX425" fmla="*/ 5462170 w 6357997"/>
                <a:gd name="connsiteY425" fmla="*/ 3511941 h 3828006"/>
                <a:gd name="connsiteX426" fmla="*/ 5474607 w 6357997"/>
                <a:gd name="connsiteY426" fmla="*/ 3518151 h 3828006"/>
                <a:gd name="connsiteX427" fmla="*/ 5487032 w 6357997"/>
                <a:gd name="connsiteY427" fmla="*/ 3524400 h 3828006"/>
                <a:gd name="connsiteX428" fmla="*/ 5499520 w 6357997"/>
                <a:gd name="connsiteY428" fmla="*/ 3530699 h 3828006"/>
                <a:gd name="connsiteX429" fmla="*/ 5511946 w 6357997"/>
                <a:gd name="connsiteY429" fmla="*/ 3537100 h 3828006"/>
                <a:gd name="connsiteX430" fmla="*/ 5524383 w 6357997"/>
                <a:gd name="connsiteY430" fmla="*/ 3543653 h 3828006"/>
                <a:gd name="connsiteX431" fmla="*/ 5536808 w 6357997"/>
                <a:gd name="connsiteY431" fmla="*/ 3550244 h 3828006"/>
                <a:gd name="connsiteX432" fmla="*/ 5549296 w 6357997"/>
                <a:gd name="connsiteY432" fmla="*/ 3556988 h 3828006"/>
                <a:gd name="connsiteX433" fmla="*/ 5561721 w 6357997"/>
                <a:gd name="connsiteY433" fmla="*/ 3563783 h 3828006"/>
                <a:gd name="connsiteX434" fmla="*/ 5574159 w 6357997"/>
                <a:gd name="connsiteY434" fmla="*/ 3570679 h 3828006"/>
                <a:gd name="connsiteX435" fmla="*/ 5586584 w 6357997"/>
                <a:gd name="connsiteY435" fmla="*/ 3577727 h 3828006"/>
                <a:gd name="connsiteX436" fmla="*/ 5599009 w 6357997"/>
                <a:gd name="connsiteY436" fmla="*/ 3584826 h 3828006"/>
                <a:gd name="connsiteX437" fmla="*/ 5611497 w 6357997"/>
                <a:gd name="connsiteY437" fmla="*/ 3592015 h 3828006"/>
                <a:gd name="connsiteX438" fmla="*/ 5623922 w 6357997"/>
                <a:gd name="connsiteY438" fmla="*/ 3599254 h 3828006"/>
                <a:gd name="connsiteX439" fmla="*/ 5648785 w 6357997"/>
                <a:gd name="connsiteY439" fmla="*/ 3614049 h 3828006"/>
                <a:gd name="connsiteX440" fmla="*/ 5661273 w 6357997"/>
                <a:gd name="connsiteY440" fmla="*/ 3621530 h 3828006"/>
                <a:gd name="connsiteX441" fmla="*/ 5686136 w 6357997"/>
                <a:gd name="connsiteY441" fmla="*/ 3636516 h 3828006"/>
                <a:gd name="connsiteX442" fmla="*/ 5698561 w 6357997"/>
                <a:gd name="connsiteY442" fmla="*/ 3644059 h 3828006"/>
                <a:gd name="connsiteX443" fmla="*/ 5711037 w 6357997"/>
                <a:gd name="connsiteY443" fmla="*/ 3651603 h 3828006"/>
                <a:gd name="connsiteX444" fmla="*/ 5723474 w 6357997"/>
                <a:gd name="connsiteY444" fmla="*/ 3659134 h 3828006"/>
                <a:gd name="connsiteX445" fmla="*/ 5748337 w 6357997"/>
                <a:gd name="connsiteY445" fmla="*/ 3674019 h 3828006"/>
                <a:gd name="connsiteX446" fmla="*/ 5760762 w 6357997"/>
                <a:gd name="connsiteY446" fmla="*/ 3681359 h 3828006"/>
                <a:gd name="connsiteX447" fmla="*/ 5773250 w 6357997"/>
                <a:gd name="connsiteY447" fmla="*/ 3688649 h 3828006"/>
                <a:gd name="connsiteX448" fmla="*/ 5785675 w 6357997"/>
                <a:gd name="connsiteY448" fmla="*/ 3695850 h 3828006"/>
                <a:gd name="connsiteX449" fmla="*/ 5798113 w 6357997"/>
                <a:gd name="connsiteY449" fmla="*/ 3702949 h 3828006"/>
                <a:gd name="connsiteX450" fmla="*/ 5810538 w 6357997"/>
                <a:gd name="connsiteY450" fmla="*/ 3709833 h 3828006"/>
                <a:gd name="connsiteX451" fmla="*/ 5823014 w 6357997"/>
                <a:gd name="connsiteY451" fmla="*/ 3716640 h 3828006"/>
                <a:gd name="connsiteX452" fmla="*/ 5835451 w 6357997"/>
                <a:gd name="connsiteY452" fmla="*/ 3723282 h 3828006"/>
                <a:gd name="connsiteX453" fmla="*/ 5847876 w 6357997"/>
                <a:gd name="connsiteY453" fmla="*/ 3729784 h 3828006"/>
                <a:gd name="connsiteX454" fmla="*/ 5860314 w 6357997"/>
                <a:gd name="connsiteY454" fmla="*/ 3736033 h 3828006"/>
                <a:gd name="connsiteX455" fmla="*/ 5872739 w 6357997"/>
                <a:gd name="connsiteY455" fmla="*/ 3742129 h 3828006"/>
                <a:gd name="connsiteX456" fmla="*/ 5885227 w 6357997"/>
                <a:gd name="connsiteY456" fmla="*/ 3748034 h 3828006"/>
                <a:gd name="connsiteX457" fmla="*/ 5897652 w 6357997"/>
                <a:gd name="connsiteY457" fmla="*/ 3753749 h 3828006"/>
                <a:gd name="connsiteX458" fmla="*/ 5910090 w 6357997"/>
                <a:gd name="connsiteY458" fmla="*/ 3759147 h 3828006"/>
                <a:gd name="connsiteX459" fmla="*/ 5922515 w 6357997"/>
                <a:gd name="connsiteY459" fmla="*/ 3764354 h 3828006"/>
                <a:gd name="connsiteX460" fmla="*/ 5934991 w 6357997"/>
                <a:gd name="connsiteY460" fmla="*/ 3769370 h 3828006"/>
                <a:gd name="connsiteX461" fmla="*/ 5947429 w 6357997"/>
                <a:gd name="connsiteY461" fmla="*/ 3774133 h 3828006"/>
                <a:gd name="connsiteX462" fmla="*/ 5959853 w 6357997"/>
                <a:gd name="connsiteY462" fmla="*/ 3778692 h 3828006"/>
                <a:gd name="connsiteX463" fmla="*/ 5972291 w 6357997"/>
                <a:gd name="connsiteY463" fmla="*/ 3782909 h 3828006"/>
                <a:gd name="connsiteX464" fmla="*/ 5984766 w 6357997"/>
                <a:gd name="connsiteY464" fmla="*/ 3786934 h 3828006"/>
                <a:gd name="connsiteX465" fmla="*/ 5997204 w 6357997"/>
                <a:gd name="connsiteY465" fmla="*/ 3790757 h 3828006"/>
                <a:gd name="connsiteX466" fmla="*/ 6009629 w 6357997"/>
                <a:gd name="connsiteY466" fmla="*/ 3794326 h 3828006"/>
                <a:gd name="connsiteX467" fmla="*/ 6022067 w 6357997"/>
                <a:gd name="connsiteY467" fmla="*/ 3797602 h 3828006"/>
                <a:gd name="connsiteX468" fmla="*/ 6034491 w 6357997"/>
                <a:gd name="connsiteY468" fmla="*/ 3800676 h 3828006"/>
                <a:gd name="connsiteX469" fmla="*/ 6046967 w 6357997"/>
                <a:gd name="connsiteY469" fmla="*/ 3803495 h 3828006"/>
                <a:gd name="connsiteX470" fmla="*/ 6059405 w 6357997"/>
                <a:gd name="connsiteY470" fmla="*/ 3806124 h 3828006"/>
                <a:gd name="connsiteX471" fmla="*/ 6071830 w 6357997"/>
                <a:gd name="connsiteY471" fmla="*/ 3808562 h 3828006"/>
                <a:gd name="connsiteX472" fmla="*/ 6084268 w 6357997"/>
                <a:gd name="connsiteY472" fmla="*/ 3810747 h 3828006"/>
                <a:gd name="connsiteX473" fmla="*/ 6096744 w 6357997"/>
                <a:gd name="connsiteY473" fmla="*/ 3812728 h 3828006"/>
                <a:gd name="connsiteX474" fmla="*/ 6109181 w 6357997"/>
                <a:gd name="connsiteY474" fmla="*/ 3814569 h 3828006"/>
                <a:gd name="connsiteX475" fmla="*/ 6121606 w 6357997"/>
                <a:gd name="connsiteY475" fmla="*/ 3816195 h 3828006"/>
                <a:gd name="connsiteX476" fmla="*/ 6134044 w 6357997"/>
                <a:gd name="connsiteY476" fmla="*/ 3817643 h 3828006"/>
                <a:gd name="connsiteX477" fmla="*/ 6146519 w 6357997"/>
                <a:gd name="connsiteY477" fmla="*/ 3818977 h 3828006"/>
                <a:gd name="connsiteX478" fmla="*/ 6158945 w 6357997"/>
                <a:gd name="connsiteY478" fmla="*/ 3820119 h 3828006"/>
                <a:gd name="connsiteX479" fmla="*/ 6171382 w 6357997"/>
                <a:gd name="connsiteY479" fmla="*/ 3821161 h 3828006"/>
                <a:gd name="connsiteX480" fmla="*/ 6183807 w 6357997"/>
                <a:gd name="connsiteY480" fmla="*/ 3822050 h 3828006"/>
                <a:gd name="connsiteX481" fmla="*/ 6196245 w 6357997"/>
                <a:gd name="connsiteY481" fmla="*/ 3822850 h 3828006"/>
                <a:gd name="connsiteX482" fmla="*/ 6208720 w 6357997"/>
                <a:gd name="connsiteY482" fmla="*/ 3823548 h 3828006"/>
                <a:gd name="connsiteX483" fmla="*/ 6221158 w 6357997"/>
                <a:gd name="connsiteY483" fmla="*/ 3824184 h 3828006"/>
                <a:gd name="connsiteX484" fmla="*/ 6246021 w 6357997"/>
                <a:gd name="connsiteY484" fmla="*/ 3825174 h 3828006"/>
                <a:gd name="connsiteX485" fmla="*/ 6258496 w 6357997"/>
                <a:gd name="connsiteY485" fmla="*/ 3825580 h 3828006"/>
                <a:gd name="connsiteX486" fmla="*/ 6283359 w 6357997"/>
                <a:gd name="connsiteY486" fmla="*/ 3826266 h 3828006"/>
                <a:gd name="connsiteX487" fmla="*/ 6295784 w 6357997"/>
                <a:gd name="connsiteY487" fmla="*/ 3826571 h 3828006"/>
                <a:gd name="connsiteX488" fmla="*/ 6308273 w 6357997"/>
                <a:gd name="connsiteY488" fmla="*/ 3826863 h 3828006"/>
                <a:gd name="connsiteX489" fmla="*/ 6320697 w 6357997"/>
                <a:gd name="connsiteY489" fmla="*/ 3827168 h 3828006"/>
                <a:gd name="connsiteX490" fmla="*/ 6333135 w 6357997"/>
                <a:gd name="connsiteY490" fmla="*/ 3827409 h 3828006"/>
                <a:gd name="connsiteX491" fmla="*/ 6357998 w 6357997"/>
                <a:gd name="connsiteY491" fmla="*/ 3828006 h 3828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</a:cxnLst>
              <a:rect l="l" t="t" r="r" b="b"/>
              <a:pathLst>
                <a:path w="6357997" h="3828006">
                  <a:moveTo>
                    <a:pt x="0" y="3778451"/>
                  </a:moveTo>
                  <a:lnTo>
                    <a:pt x="12480" y="3775466"/>
                  </a:lnTo>
                  <a:lnTo>
                    <a:pt x="49772" y="3766538"/>
                  </a:lnTo>
                  <a:lnTo>
                    <a:pt x="62203" y="3763617"/>
                  </a:lnTo>
                  <a:lnTo>
                    <a:pt x="74684" y="3760633"/>
                  </a:lnTo>
                  <a:lnTo>
                    <a:pt x="87114" y="3757762"/>
                  </a:lnTo>
                  <a:lnTo>
                    <a:pt x="99546" y="3754829"/>
                  </a:lnTo>
                  <a:lnTo>
                    <a:pt x="111977" y="3751959"/>
                  </a:lnTo>
                  <a:lnTo>
                    <a:pt x="124458" y="3749076"/>
                  </a:lnTo>
                  <a:lnTo>
                    <a:pt x="136888" y="3746256"/>
                  </a:lnTo>
                  <a:lnTo>
                    <a:pt x="149319" y="3743373"/>
                  </a:lnTo>
                  <a:lnTo>
                    <a:pt x="161750" y="3740541"/>
                  </a:lnTo>
                  <a:lnTo>
                    <a:pt x="174230" y="3737773"/>
                  </a:lnTo>
                  <a:lnTo>
                    <a:pt x="186661" y="3734890"/>
                  </a:lnTo>
                  <a:lnTo>
                    <a:pt x="199093" y="3732058"/>
                  </a:lnTo>
                  <a:lnTo>
                    <a:pt x="223954" y="3726305"/>
                  </a:lnTo>
                  <a:lnTo>
                    <a:pt x="236435" y="3723333"/>
                  </a:lnTo>
                  <a:lnTo>
                    <a:pt x="248866" y="3720310"/>
                  </a:lnTo>
                  <a:lnTo>
                    <a:pt x="261296" y="3717186"/>
                  </a:lnTo>
                  <a:lnTo>
                    <a:pt x="273727" y="3714011"/>
                  </a:lnTo>
                  <a:lnTo>
                    <a:pt x="286208" y="3710684"/>
                  </a:lnTo>
                  <a:lnTo>
                    <a:pt x="298638" y="3707204"/>
                  </a:lnTo>
                  <a:lnTo>
                    <a:pt x="311069" y="3703584"/>
                  </a:lnTo>
                  <a:lnTo>
                    <a:pt x="323501" y="3699812"/>
                  </a:lnTo>
                  <a:lnTo>
                    <a:pt x="335982" y="3695799"/>
                  </a:lnTo>
                  <a:lnTo>
                    <a:pt x="348412" y="3691634"/>
                  </a:lnTo>
                  <a:lnTo>
                    <a:pt x="360843" y="3687163"/>
                  </a:lnTo>
                  <a:lnTo>
                    <a:pt x="373274" y="3682452"/>
                  </a:lnTo>
                  <a:lnTo>
                    <a:pt x="385704" y="3677498"/>
                  </a:lnTo>
                  <a:lnTo>
                    <a:pt x="398185" y="3672279"/>
                  </a:lnTo>
                  <a:lnTo>
                    <a:pt x="410616" y="3666678"/>
                  </a:lnTo>
                  <a:lnTo>
                    <a:pt x="423046" y="3660773"/>
                  </a:lnTo>
                  <a:lnTo>
                    <a:pt x="435478" y="3654524"/>
                  </a:lnTo>
                  <a:lnTo>
                    <a:pt x="447959" y="3647971"/>
                  </a:lnTo>
                  <a:lnTo>
                    <a:pt x="460390" y="3641075"/>
                  </a:lnTo>
                  <a:lnTo>
                    <a:pt x="472820" y="3633734"/>
                  </a:lnTo>
                  <a:lnTo>
                    <a:pt x="485251" y="3626051"/>
                  </a:lnTo>
                  <a:lnTo>
                    <a:pt x="497682" y="3618012"/>
                  </a:lnTo>
                  <a:lnTo>
                    <a:pt x="510162" y="3609630"/>
                  </a:lnTo>
                  <a:lnTo>
                    <a:pt x="522593" y="3600803"/>
                  </a:lnTo>
                  <a:lnTo>
                    <a:pt x="535025" y="3591570"/>
                  </a:lnTo>
                  <a:lnTo>
                    <a:pt x="547455" y="3582045"/>
                  </a:lnTo>
                  <a:lnTo>
                    <a:pt x="559935" y="3572228"/>
                  </a:lnTo>
                  <a:lnTo>
                    <a:pt x="572367" y="3561954"/>
                  </a:lnTo>
                  <a:lnTo>
                    <a:pt x="584798" y="3551337"/>
                  </a:lnTo>
                  <a:lnTo>
                    <a:pt x="597228" y="3540478"/>
                  </a:lnTo>
                  <a:lnTo>
                    <a:pt x="609709" y="3529315"/>
                  </a:lnTo>
                  <a:lnTo>
                    <a:pt x="622140" y="3517847"/>
                  </a:lnTo>
                  <a:lnTo>
                    <a:pt x="634570" y="3506099"/>
                  </a:lnTo>
                  <a:lnTo>
                    <a:pt x="647002" y="3494085"/>
                  </a:lnTo>
                  <a:lnTo>
                    <a:pt x="659433" y="3481880"/>
                  </a:lnTo>
                  <a:lnTo>
                    <a:pt x="671912" y="3469485"/>
                  </a:lnTo>
                  <a:lnTo>
                    <a:pt x="684344" y="3456874"/>
                  </a:lnTo>
                  <a:lnTo>
                    <a:pt x="696775" y="3444136"/>
                  </a:lnTo>
                  <a:lnTo>
                    <a:pt x="709210" y="3431284"/>
                  </a:lnTo>
                  <a:lnTo>
                    <a:pt x="721686" y="3418279"/>
                  </a:lnTo>
                  <a:lnTo>
                    <a:pt x="734123" y="3405185"/>
                  </a:lnTo>
                  <a:lnTo>
                    <a:pt x="758973" y="3378794"/>
                  </a:lnTo>
                  <a:lnTo>
                    <a:pt x="771462" y="3365498"/>
                  </a:lnTo>
                  <a:lnTo>
                    <a:pt x="783887" y="3352201"/>
                  </a:lnTo>
                  <a:lnTo>
                    <a:pt x="821187" y="3312170"/>
                  </a:lnTo>
                  <a:lnTo>
                    <a:pt x="833663" y="3298772"/>
                  </a:lnTo>
                  <a:lnTo>
                    <a:pt x="846100" y="3285424"/>
                  </a:lnTo>
                  <a:lnTo>
                    <a:pt x="858525" y="3272038"/>
                  </a:lnTo>
                  <a:lnTo>
                    <a:pt x="870950" y="3258691"/>
                  </a:lnTo>
                  <a:lnTo>
                    <a:pt x="883439" y="3245292"/>
                  </a:lnTo>
                  <a:lnTo>
                    <a:pt x="908301" y="3218406"/>
                  </a:lnTo>
                  <a:lnTo>
                    <a:pt x="920726" y="3204919"/>
                  </a:lnTo>
                  <a:lnTo>
                    <a:pt x="933215" y="3191317"/>
                  </a:lnTo>
                  <a:lnTo>
                    <a:pt x="945640" y="3177677"/>
                  </a:lnTo>
                  <a:lnTo>
                    <a:pt x="958077" y="3163987"/>
                  </a:lnTo>
                  <a:lnTo>
                    <a:pt x="970502" y="3150093"/>
                  </a:lnTo>
                  <a:lnTo>
                    <a:pt x="982927" y="3136110"/>
                  </a:lnTo>
                  <a:lnTo>
                    <a:pt x="995416" y="3122013"/>
                  </a:lnTo>
                  <a:lnTo>
                    <a:pt x="1007841" y="3107777"/>
                  </a:lnTo>
                  <a:lnTo>
                    <a:pt x="1020278" y="3093298"/>
                  </a:lnTo>
                  <a:lnTo>
                    <a:pt x="1032703" y="3078605"/>
                  </a:lnTo>
                  <a:lnTo>
                    <a:pt x="1045192" y="3063720"/>
                  </a:lnTo>
                  <a:lnTo>
                    <a:pt x="1057617" y="3048645"/>
                  </a:lnTo>
                  <a:lnTo>
                    <a:pt x="1070054" y="3033316"/>
                  </a:lnTo>
                  <a:lnTo>
                    <a:pt x="1082479" y="3017683"/>
                  </a:lnTo>
                  <a:lnTo>
                    <a:pt x="1094917" y="3001808"/>
                  </a:lnTo>
                  <a:lnTo>
                    <a:pt x="1107393" y="2985641"/>
                  </a:lnTo>
                  <a:lnTo>
                    <a:pt x="1119817" y="2969270"/>
                  </a:lnTo>
                  <a:lnTo>
                    <a:pt x="1132255" y="2952506"/>
                  </a:lnTo>
                  <a:lnTo>
                    <a:pt x="1144680" y="2935488"/>
                  </a:lnTo>
                  <a:lnTo>
                    <a:pt x="1157168" y="2918178"/>
                  </a:lnTo>
                  <a:lnTo>
                    <a:pt x="1169594" y="2900614"/>
                  </a:lnTo>
                  <a:lnTo>
                    <a:pt x="1182031" y="2882707"/>
                  </a:lnTo>
                  <a:lnTo>
                    <a:pt x="1194456" y="2864495"/>
                  </a:lnTo>
                  <a:lnTo>
                    <a:pt x="1206932" y="2846042"/>
                  </a:lnTo>
                  <a:lnTo>
                    <a:pt x="1219369" y="2827284"/>
                  </a:lnTo>
                  <a:lnTo>
                    <a:pt x="1231794" y="2808285"/>
                  </a:lnTo>
                  <a:lnTo>
                    <a:pt x="1244232" y="2788943"/>
                  </a:lnTo>
                  <a:lnTo>
                    <a:pt x="1256657" y="2769398"/>
                  </a:lnTo>
                  <a:lnTo>
                    <a:pt x="1269145" y="2749598"/>
                  </a:lnTo>
                  <a:lnTo>
                    <a:pt x="1281571" y="2729609"/>
                  </a:lnTo>
                  <a:lnTo>
                    <a:pt x="1294008" y="2709314"/>
                  </a:lnTo>
                  <a:lnTo>
                    <a:pt x="1306433" y="2688880"/>
                  </a:lnTo>
                  <a:lnTo>
                    <a:pt x="1318909" y="2668191"/>
                  </a:lnTo>
                  <a:lnTo>
                    <a:pt x="1331346" y="2647402"/>
                  </a:lnTo>
                  <a:lnTo>
                    <a:pt x="1343771" y="2626421"/>
                  </a:lnTo>
                  <a:lnTo>
                    <a:pt x="1356209" y="2605288"/>
                  </a:lnTo>
                  <a:lnTo>
                    <a:pt x="1368685" y="2584003"/>
                  </a:lnTo>
                  <a:lnTo>
                    <a:pt x="1381122" y="2562667"/>
                  </a:lnTo>
                  <a:lnTo>
                    <a:pt x="1393547" y="2541191"/>
                  </a:lnTo>
                  <a:lnTo>
                    <a:pt x="1405985" y="2519665"/>
                  </a:lnTo>
                  <a:lnTo>
                    <a:pt x="1418410" y="2498075"/>
                  </a:lnTo>
                  <a:lnTo>
                    <a:pt x="1430898" y="2476447"/>
                  </a:lnTo>
                  <a:lnTo>
                    <a:pt x="1443323" y="2454819"/>
                  </a:lnTo>
                  <a:lnTo>
                    <a:pt x="1468186" y="2411664"/>
                  </a:lnTo>
                  <a:lnTo>
                    <a:pt x="1480662" y="2390125"/>
                  </a:lnTo>
                  <a:lnTo>
                    <a:pt x="1493099" y="2368700"/>
                  </a:lnTo>
                  <a:lnTo>
                    <a:pt x="1505524" y="2347364"/>
                  </a:lnTo>
                  <a:lnTo>
                    <a:pt x="1517962" y="2326180"/>
                  </a:lnTo>
                  <a:lnTo>
                    <a:pt x="1530438" y="2305149"/>
                  </a:lnTo>
                  <a:lnTo>
                    <a:pt x="1542875" y="2284309"/>
                  </a:lnTo>
                  <a:lnTo>
                    <a:pt x="1555300" y="2263620"/>
                  </a:lnTo>
                  <a:lnTo>
                    <a:pt x="1567738" y="2243186"/>
                  </a:lnTo>
                  <a:lnTo>
                    <a:pt x="1580163" y="2223044"/>
                  </a:lnTo>
                  <a:lnTo>
                    <a:pt x="1592639" y="2203206"/>
                  </a:lnTo>
                  <a:lnTo>
                    <a:pt x="1605076" y="2183610"/>
                  </a:lnTo>
                  <a:lnTo>
                    <a:pt x="1617501" y="2164255"/>
                  </a:lnTo>
                  <a:lnTo>
                    <a:pt x="1629939" y="2145358"/>
                  </a:lnTo>
                  <a:lnTo>
                    <a:pt x="1642415" y="2126752"/>
                  </a:lnTo>
                  <a:lnTo>
                    <a:pt x="1654852" y="2108502"/>
                  </a:lnTo>
                  <a:lnTo>
                    <a:pt x="1667277" y="2090583"/>
                  </a:lnTo>
                  <a:lnTo>
                    <a:pt x="1679715" y="2073031"/>
                  </a:lnTo>
                  <a:lnTo>
                    <a:pt x="1692140" y="2055912"/>
                  </a:lnTo>
                  <a:lnTo>
                    <a:pt x="1704615" y="2039147"/>
                  </a:lnTo>
                  <a:lnTo>
                    <a:pt x="1717053" y="2022625"/>
                  </a:lnTo>
                  <a:lnTo>
                    <a:pt x="1729478" y="2006445"/>
                  </a:lnTo>
                  <a:lnTo>
                    <a:pt x="1741916" y="1990672"/>
                  </a:lnTo>
                  <a:lnTo>
                    <a:pt x="1754392" y="1975152"/>
                  </a:lnTo>
                  <a:lnTo>
                    <a:pt x="1766829" y="1959823"/>
                  </a:lnTo>
                  <a:lnTo>
                    <a:pt x="1779254" y="1944736"/>
                  </a:lnTo>
                  <a:lnTo>
                    <a:pt x="1791692" y="1929801"/>
                  </a:lnTo>
                  <a:lnTo>
                    <a:pt x="1804167" y="1915018"/>
                  </a:lnTo>
                  <a:lnTo>
                    <a:pt x="1841455" y="1870822"/>
                  </a:lnTo>
                  <a:lnTo>
                    <a:pt x="1853893" y="1855988"/>
                  </a:lnTo>
                  <a:lnTo>
                    <a:pt x="1866369" y="1841002"/>
                  </a:lnTo>
                  <a:lnTo>
                    <a:pt x="1878806" y="1825775"/>
                  </a:lnTo>
                  <a:lnTo>
                    <a:pt x="1891231" y="1810294"/>
                  </a:lnTo>
                  <a:lnTo>
                    <a:pt x="1903669" y="1794469"/>
                  </a:lnTo>
                  <a:lnTo>
                    <a:pt x="1916144" y="1778150"/>
                  </a:lnTo>
                  <a:lnTo>
                    <a:pt x="1928569" y="1761386"/>
                  </a:lnTo>
                  <a:lnTo>
                    <a:pt x="1941007" y="1744114"/>
                  </a:lnTo>
                  <a:lnTo>
                    <a:pt x="1953432" y="1726359"/>
                  </a:lnTo>
                  <a:lnTo>
                    <a:pt x="1965920" y="1707855"/>
                  </a:lnTo>
                  <a:lnTo>
                    <a:pt x="1978345" y="1688704"/>
                  </a:lnTo>
                  <a:lnTo>
                    <a:pt x="1990783" y="1668854"/>
                  </a:lnTo>
                  <a:lnTo>
                    <a:pt x="2003208" y="1648369"/>
                  </a:lnTo>
                  <a:lnTo>
                    <a:pt x="2015646" y="1627134"/>
                  </a:lnTo>
                  <a:lnTo>
                    <a:pt x="2028121" y="1604960"/>
                  </a:lnTo>
                  <a:lnTo>
                    <a:pt x="2040546" y="1582138"/>
                  </a:lnTo>
                  <a:lnTo>
                    <a:pt x="2052984" y="1558529"/>
                  </a:lnTo>
                  <a:lnTo>
                    <a:pt x="2065409" y="1534272"/>
                  </a:lnTo>
                  <a:lnTo>
                    <a:pt x="2077897" y="1509113"/>
                  </a:lnTo>
                  <a:lnTo>
                    <a:pt x="2090322" y="1483218"/>
                  </a:lnTo>
                  <a:lnTo>
                    <a:pt x="2102760" y="1456675"/>
                  </a:lnTo>
                  <a:lnTo>
                    <a:pt x="2115185" y="1429547"/>
                  </a:lnTo>
                  <a:lnTo>
                    <a:pt x="2127673" y="1401760"/>
                  </a:lnTo>
                  <a:lnTo>
                    <a:pt x="2140098" y="1373337"/>
                  </a:lnTo>
                  <a:lnTo>
                    <a:pt x="2152523" y="1344458"/>
                  </a:lnTo>
                  <a:lnTo>
                    <a:pt x="2164961" y="1315146"/>
                  </a:lnTo>
                  <a:lnTo>
                    <a:pt x="2177386" y="1285479"/>
                  </a:lnTo>
                  <a:lnTo>
                    <a:pt x="2189874" y="1255367"/>
                  </a:lnTo>
                  <a:lnTo>
                    <a:pt x="2202299" y="1225001"/>
                  </a:lnTo>
                  <a:lnTo>
                    <a:pt x="2214737" y="1194445"/>
                  </a:lnTo>
                  <a:lnTo>
                    <a:pt x="2227162" y="1163686"/>
                  </a:lnTo>
                  <a:lnTo>
                    <a:pt x="2239650" y="1132876"/>
                  </a:lnTo>
                  <a:lnTo>
                    <a:pt x="2264513" y="1071166"/>
                  </a:lnTo>
                  <a:lnTo>
                    <a:pt x="2276938" y="1040356"/>
                  </a:lnTo>
                  <a:lnTo>
                    <a:pt x="2289363" y="1009648"/>
                  </a:lnTo>
                  <a:lnTo>
                    <a:pt x="2301851" y="979142"/>
                  </a:lnTo>
                  <a:lnTo>
                    <a:pt x="2314276" y="948827"/>
                  </a:lnTo>
                  <a:lnTo>
                    <a:pt x="2326714" y="918715"/>
                  </a:lnTo>
                  <a:lnTo>
                    <a:pt x="2339139" y="888807"/>
                  </a:lnTo>
                  <a:lnTo>
                    <a:pt x="2351627" y="859279"/>
                  </a:lnTo>
                  <a:lnTo>
                    <a:pt x="2364052" y="830019"/>
                  </a:lnTo>
                  <a:lnTo>
                    <a:pt x="2376490" y="801088"/>
                  </a:lnTo>
                  <a:lnTo>
                    <a:pt x="2388915" y="772513"/>
                  </a:lnTo>
                  <a:lnTo>
                    <a:pt x="2401390" y="744192"/>
                  </a:lnTo>
                  <a:lnTo>
                    <a:pt x="2413828" y="716354"/>
                  </a:lnTo>
                  <a:lnTo>
                    <a:pt x="2426253" y="688871"/>
                  </a:lnTo>
                  <a:lnTo>
                    <a:pt x="2438691" y="661744"/>
                  </a:lnTo>
                  <a:lnTo>
                    <a:pt x="2451116" y="634896"/>
                  </a:lnTo>
                  <a:lnTo>
                    <a:pt x="2463604" y="608505"/>
                  </a:lnTo>
                  <a:lnTo>
                    <a:pt x="2476029" y="582508"/>
                  </a:lnTo>
                  <a:lnTo>
                    <a:pt x="2488467" y="556816"/>
                  </a:lnTo>
                  <a:lnTo>
                    <a:pt x="2500892" y="531518"/>
                  </a:lnTo>
                  <a:lnTo>
                    <a:pt x="2513367" y="506562"/>
                  </a:lnTo>
                  <a:lnTo>
                    <a:pt x="2525805" y="482102"/>
                  </a:lnTo>
                  <a:lnTo>
                    <a:pt x="2538230" y="457998"/>
                  </a:lnTo>
                  <a:lnTo>
                    <a:pt x="2550668" y="434236"/>
                  </a:lnTo>
                  <a:lnTo>
                    <a:pt x="2563144" y="410868"/>
                  </a:lnTo>
                  <a:lnTo>
                    <a:pt x="2575581" y="387995"/>
                  </a:lnTo>
                  <a:lnTo>
                    <a:pt x="2588006" y="365516"/>
                  </a:lnTo>
                  <a:lnTo>
                    <a:pt x="2600444" y="343545"/>
                  </a:lnTo>
                  <a:lnTo>
                    <a:pt x="2612869" y="321968"/>
                  </a:lnTo>
                  <a:lnTo>
                    <a:pt x="2625344" y="300835"/>
                  </a:lnTo>
                  <a:lnTo>
                    <a:pt x="2637782" y="280337"/>
                  </a:lnTo>
                  <a:lnTo>
                    <a:pt x="2650207" y="260398"/>
                  </a:lnTo>
                  <a:lnTo>
                    <a:pt x="2662645" y="240902"/>
                  </a:lnTo>
                  <a:lnTo>
                    <a:pt x="2675120" y="222002"/>
                  </a:lnTo>
                  <a:lnTo>
                    <a:pt x="2687558" y="203796"/>
                  </a:lnTo>
                  <a:lnTo>
                    <a:pt x="2699983" y="186284"/>
                  </a:lnTo>
                  <a:lnTo>
                    <a:pt x="2712421" y="169316"/>
                  </a:lnTo>
                  <a:lnTo>
                    <a:pt x="2724896" y="153045"/>
                  </a:lnTo>
                  <a:lnTo>
                    <a:pt x="2737334" y="137467"/>
                  </a:lnTo>
                  <a:lnTo>
                    <a:pt x="2749759" y="122784"/>
                  </a:lnTo>
                  <a:lnTo>
                    <a:pt x="2762184" y="108793"/>
                  </a:lnTo>
                  <a:lnTo>
                    <a:pt x="2774622" y="95547"/>
                  </a:lnTo>
                  <a:lnTo>
                    <a:pt x="2787097" y="83045"/>
                  </a:lnTo>
                  <a:lnTo>
                    <a:pt x="2799535" y="71487"/>
                  </a:lnTo>
                  <a:lnTo>
                    <a:pt x="2811960" y="60820"/>
                  </a:lnTo>
                  <a:lnTo>
                    <a:pt x="2824398" y="50899"/>
                  </a:lnTo>
                  <a:lnTo>
                    <a:pt x="2836873" y="41770"/>
                  </a:lnTo>
                  <a:lnTo>
                    <a:pt x="2849311" y="33585"/>
                  </a:lnTo>
                  <a:lnTo>
                    <a:pt x="2861736" y="26392"/>
                  </a:lnTo>
                  <a:lnTo>
                    <a:pt x="2874161" y="19992"/>
                  </a:lnTo>
                  <a:lnTo>
                    <a:pt x="2886599" y="14436"/>
                  </a:lnTo>
                  <a:lnTo>
                    <a:pt x="2899074" y="9723"/>
                  </a:lnTo>
                  <a:lnTo>
                    <a:pt x="2911512" y="6053"/>
                  </a:lnTo>
                  <a:lnTo>
                    <a:pt x="2923937" y="3274"/>
                  </a:lnTo>
                  <a:lnTo>
                    <a:pt x="2936374" y="1340"/>
                  </a:lnTo>
                  <a:lnTo>
                    <a:pt x="2948850" y="198"/>
                  </a:lnTo>
                  <a:lnTo>
                    <a:pt x="2961288" y="0"/>
                  </a:lnTo>
                  <a:lnTo>
                    <a:pt x="2973713" y="843"/>
                  </a:lnTo>
                  <a:lnTo>
                    <a:pt x="2986138" y="2480"/>
                  </a:lnTo>
                  <a:lnTo>
                    <a:pt x="2998626" y="4911"/>
                  </a:lnTo>
                  <a:lnTo>
                    <a:pt x="3011051" y="8185"/>
                  </a:lnTo>
                  <a:lnTo>
                    <a:pt x="3023489" y="12502"/>
                  </a:lnTo>
                  <a:lnTo>
                    <a:pt x="3035914" y="17710"/>
                  </a:lnTo>
                  <a:lnTo>
                    <a:pt x="3048351" y="23664"/>
                  </a:lnTo>
                  <a:lnTo>
                    <a:pt x="3060827" y="30410"/>
                  </a:lnTo>
                  <a:lnTo>
                    <a:pt x="3073265" y="38100"/>
                  </a:lnTo>
                  <a:lnTo>
                    <a:pt x="3085690" y="46732"/>
                  </a:lnTo>
                  <a:lnTo>
                    <a:pt x="3098127" y="56158"/>
                  </a:lnTo>
                  <a:lnTo>
                    <a:pt x="3110603" y="66327"/>
                  </a:lnTo>
                  <a:lnTo>
                    <a:pt x="3123028" y="77291"/>
                  </a:lnTo>
                  <a:lnTo>
                    <a:pt x="3135466" y="89296"/>
                  </a:lnTo>
                  <a:lnTo>
                    <a:pt x="3147891" y="101996"/>
                  </a:lnTo>
                  <a:lnTo>
                    <a:pt x="3160379" y="115490"/>
                  </a:lnTo>
                  <a:lnTo>
                    <a:pt x="3172804" y="129678"/>
                  </a:lnTo>
                  <a:lnTo>
                    <a:pt x="3185242" y="144661"/>
                  </a:lnTo>
                  <a:lnTo>
                    <a:pt x="3197667" y="160536"/>
                  </a:lnTo>
                  <a:lnTo>
                    <a:pt x="3210104" y="177006"/>
                  </a:lnTo>
                  <a:lnTo>
                    <a:pt x="3222580" y="194170"/>
                  </a:lnTo>
                  <a:lnTo>
                    <a:pt x="3235005" y="211931"/>
                  </a:lnTo>
                  <a:lnTo>
                    <a:pt x="3247443" y="230534"/>
                  </a:lnTo>
                  <a:lnTo>
                    <a:pt x="3259868" y="249683"/>
                  </a:lnTo>
                  <a:lnTo>
                    <a:pt x="3272356" y="269377"/>
                  </a:lnTo>
                  <a:lnTo>
                    <a:pt x="3284781" y="289570"/>
                  </a:lnTo>
                  <a:lnTo>
                    <a:pt x="3297219" y="310309"/>
                  </a:lnTo>
                  <a:lnTo>
                    <a:pt x="3309644" y="331594"/>
                  </a:lnTo>
                  <a:lnTo>
                    <a:pt x="3322119" y="353273"/>
                  </a:lnTo>
                  <a:lnTo>
                    <a:pt x="3334557" y="375244"/>
                  </a:lnTo>
                  <a:lnTo>
                    <a:pt x="3346982" y="397622"/>
                  </a:lnTo>
                  <a:lnTo>
                    <a:pt x="3359420" y="420342"/>
                  </a:lnTo>
                  <a:lnTo>
                    <a:pt x="3371845" y="443304"/>
                  </a:lnTo>
                  <a:lnTo>
                    <a:pt x="3384333" y="466481"/>
                  </a:lnTo>
                  <a:lnTo>
                    <a:pt x="3396758" y="489798"/>
                  </a:lnTo>
                  <a:lnTo>
                    <a:pt x="3409195" y="513255"/>
                  </a:lnTo>
                  <a:lnTo>
                    <a:pt x="3421621" y="536826"/>
                  </a:lnTo>
                  <a:lnTo>
                    <a:pt x="3434109" y="560385"/>
                  </a:lnTo>
                  <a:lnTo>
                    <a:pt x="3446534" y="584007"/>
                  </a:lnTo>
                  <a:lnTo>
                    <a:pt x="3458959" y="607565"/>
                  </a:lnTo>
                  <a:lnTo>
                    <a:pt x="3471397" y="631086"/>
                  </a:lnTo>
                  <a:lnTo>
                    <a:pt x="3483822" y="654492"/>
                  </a:lnTo>
                  <a:lnTo>
                    <a:pt x="3496310" y="677809"/>
                  </a:lnTo>
                  <a:lnTo>
                    <a:pt x="3508735" y="701025"/>
                  </a:lnTo>
                  <a:lnTo>
                    <a:pt x="3521172" y="724050"/>
                  </a:lnTo>
                  <a:lnTo>
                    <a:pt x="3533598" y="746872"/>
                  </a:lnTo>
                  <a:lnTo>
                    <a:pt x="3546086" y="769541"/>
                  </a:lnTo>
                  <a:lnTo>
                    <a:pt x="3558511" y="792008"/>
                  </a:lnTo>
                  <a:lnTo>
                    <a:pt x="3570948" y="814283"/>
                  </a:lnTo>
                  <a:lnTo>
                    <a:pt x="3583373" y="836318"/>
                  </a:lnTo>
                  <a:lnTo>
                    <a:pt x="3595849" y="858187"/>
                  </a:lnTo>
                  <a:lnTo>
                    <a:pt x="3608287" y="879917"/>
                  </a:lnTo>
                  <a:lnTo>
                    <a:pt x="3620712" y="901456"/>
                  </a:lnTo>
                  <a:lnTo>
                    <a:pt x="3633149" y="922830"/>
                  </a:lnTo>
                  <a:lnTo>
                    <a:pt x="3645574" y="944065"/>
                  </a:lnTo>
                  <a:lnTo>
                    <a:pt x="3658063" y="965198"/>
                  </a:lnTo>
                  <a:lnTo>
                    <a:pt x="3670488" y="986229"/>
                  </a:lnTo>
                  <a:lnTo>
                    <a:pt x="3682925" y="1007222"/>
                  </a:lnTo>
                  <a:lnTo>
                    <a:pt x="3695350" y="1028151"/>
                  </a:lnTo>
                  <a:lnTo>
                    <a:pt x="3707826" y="1049145"/>
                  </a:lnTo>
                  <a:lnTo>
                    <a:pt x="3720264" y="1070125"/>
                  </a:lnTo>
                  <a:lnTo>
                    <a:pt x="3732689" y="1091156"/>
                  </a:lnTo>
                  <a:lnTo>
                    <a:pt x="3745126" y="1112340"/>
                  </a:lnTo>
                  <a:lnTo>
                    <a:pt x="3757602" y="1133676"/>
                  </a:lnTo>
                  <a:lnTo>
                    <a:pt x="3770040" y="1155151"/>
                  </a:lnTo>
                  <a:lnTo>
                    <a:pt x="3782465" y="1176830"/>
                  </a:lnTo>
                  <a:lnTo>
                    <a:pt x="3794902" y="1198763"/>
                  </a:lnTo>
                  <a:lnTo>
                    <a:pt x="3807327" y="1220988"/>
                  </a:lnTo>
                  <a:lnTo>
                    <a:pt x="3819803" y="1243505"/>
                  </a:lnTo>
                  <a:lnTo>
                    <a:pt x="3832241" y="1266327"/>
                  </a:lnTo>
                  <a:lnTo>
                    <a:pt x="3844666" y="1289492"/>
                  </a:lnTo>
                  <a:lnTo>
                    <a:pt x="3857103" y="1313165"/>
                  </a:lnTo>
                  <a:lnTo>
                    <a:pt x="3869579" y="1337168"/>
                  </a:lnTo>
                  <a:lnTo>
                    <a:pt x="3882017" y="1361577"/>
                  </a:lnTo>
                  <a:lnTo>
                    <a:pt x="3894442" y="1386380"/>
                  </a:lnTo>
                  <a:lnTo>
                    <a:pt x="3906879" y="1411679"/>
                  </a:lnTo>
                  <a:lnTo>
                    <a:pt x="3919355" y="1437536"/>
                  </a:lnTo>
                  <a:lnTo>
                    <a:pt x="3931780" y="1463774"/>
                  </a:lnTo>
                  <a:lnTo>
                    <a:pt x="3944218" y="1490470"/>
                  </a:lnTo>
                  <a:lnTo>
                    <a:pt x="3956643" y="1517546"/>
                  </a:lnTo>
                  <a:lnTo>
                    <a:pt x="3969080" y="1545232"/>
                  </a:lnTo>
                  <a:lnTo>
                    <a:pt x="3981556" y="1573362"/>
                  </a:lnTo>
                  <a:lnTo>
                    <a:pt x="3993993" y="1601836"/>
                  </a:lnTo>
                  <a:lnTo>
                    <a:pt x="4006419" y="1630716"/>
                  </a:lnTo>
                  <a:lnTo>
                    <a:pt x="4018856" y="1660027"/>
                  </a:lnTo>
                  <a:lnTo>
                    <a:pt x="4031332" y="1689745"/>
                  </a:lnTo>
                  <a:lnTo>
                    <a:pt x="4043757" y="1719806"/>
                  </a:lnTo>
                  <a:lnTo>
                    <a:pt x="4056195" y="1750121"/>
                  </a:lnTo>
                  <a:lnTo>
                    <a:pt x="4068620" y="1780677"/>
                  </a:lnTo>
                  <a:lnTo>
                    <a:pt x="4081057" y="1811589"/>
                  </a:lnTo>
                  <a:lnTo>
                    <a:pt x="4093533" y="1842640"/>
                  </a:lnTo>
                  <a:lnTo>
                    <a:pt x="4105970" y="1873844"/>
                  </a:lnTo>
                  <a:lnTo>
                    <a:pt x="4118396" y="1905150"/>
                  </a:lnTo>
                  <a:lnTo>
                    <a:pt x="4130833" y="1936506"/>
                  </a:lnTo>
                  <a:lnTo>
                    <a:pt x="4143309" y="1967901"/>
                  </a:lnTo>
                  <a:lnTo>
                    <a:pt x="4155734" y="1999257"/>
                  </a:lnTo>
                  <a:lnTo>
                    <a:pt x="4168171" y="2030562"/>
                  </a:lnTo>
                  <a:lnTo>
                    <a:pt x="4180597" y="2061715"/>
                  </a:lnTo>
                  <a:lnTo>
                    <a:pt x="4193085" y="2092678"/>
                  </a:lnTo>
                  <a:lnTo>
                    <a:pt x="4205510" y="2123374"/>
                  </a:lnTo>
                  <a:lnTo>
                    <a:pt x="4217947" y="2153892"/>
                  </a:lnTo>
                  <a:lnTo>
                    <a:pt x="4230373" y="2184055"/>
                  </a:lnTo>
                  <a:lnTo>
                    <a:pt x="4242810" y="2213773"/>
                  </a:lnTo>
                  <a:lnTo>
                    <a:pt x="4255286" y="2243084"/>
                  </a:lnTo>
                  <a:lnTo>
                    <a:pt x="4267723" y="2271964"/>
                  </a:lnTo>
                  <a:lnTo>
                    <a:pt x="4280149" y="2300387"/>
                  </a:lnTo>
                  <a:lnTo>
                    <a:pt x="4292574" y="2328314"/>
                  </a:lnTo>
                  <a:lnTo>
                    <a:pt x="4305062" y="2355555"/>
                  </a:lnTo>
                  <a:lnTo>
                    <a:pt x="4317487" y="2382238"/>
                  </a:lnTo>
                  <a:lnTo>
                    <a:pt x="4329924" y="2408337"/>
                  </a:lnTo>
                  <a:lnTo>
                    <a:pt x="4342350" y="2433889"/>
                  </a:lnTo>
                  <a:lnTo>
                    <a:pt x="4354838" y="2458692"/>
                  </a:lnTo>
                  <a:lnTo>
                    <a:pt x="4367263" y="2482797"/>
                  </a:lnTo>
                  <a:lnTo>
                    <a:pt x="4379700" y="2506317"/>
                  </a:lnTo>
                  <a:lnTo>
                    <a:pt x="4392125" y="2529190"/>
                  </a:lnTo>
                  <a:lnTo>
                    <a:pt x="4404563" y="2551466"/>
                  </a:lnTo>
                  <a:lnTo>
                    <a:pt x="4417039" y="2572891"/>
                  </a:lnTo>
                  <a:lnTo>
                    <a:pt x="4429464" y="2593731"/>
                  </a:lnTo>
                  <a:lnTo>
                    <a:pt x="4441901" y="2614013"/>
                  </a:lnTo>
                  <a:lnTo>
                    <a:pt x="4454326" y="2633762"/>
                  </a:lnTo>
                  <a:lnTo>
                    <a:pt x="4466815" y="2652812"/>
                  </a:lnTo>
                  <a:lnTo>
                    <a:pt x="4479240" y="2671265"/>
                  </a:lnTo>
                  <a:lnTo>
                    <a:pt x="4491677" y="2689223"/>
                  </a:lnTo>
                  <a:lnTo>
                    <a:pt x="4504102" y="2706787"/>
                  </a:lnTo>
                  <a:lnTo>
                    <a:pt x="4516578" y="2723805"/>
                  </a:lnTo>
                  <a:lnTo>
                    <a:pt x="4529016" y="2740327"/>
                  </a:lnTo>
                  <a:lnTo>
                    <a:pt x="4541441" y="2756444"/>
                  </a:lnTo>
                  <a:lnTo>
                    <a:pt x="4553878" y="2772268"/>
                  </a:lnTo>
                  <a:lnTo>
                    <a:pt x="4566303" y="2787749"/>
                  </a:lnTo>
                  <a:lnTo>
                    <a:pt x="4578792" y="2802824"/>
                  </a:lnTo>
                  <a:lnTo>
                    <a:pt x="4591217" y="2817658"/>
                  </a:lnTo>
                  <a:lnTo>
                    <a:pt x="4603654" y="2832301"/>
                  </a:lnTo>
                  <a:lnTo>
                    <a:pt x="4616079" y="2846690"/>
                  </a:lnTo>
                  <a:lnTo>
                    <a:pt x="4628555" y="2860876"/>
                  </a:lnTo>
                  <a:lnTo>
                    <a:pt x="4640993" y="2874859"/>
                  </a:lnTo>
                  <a:lnTo>
                    <a:pt x="4653418" y="2888752"/>
                  </a:lnTo>
                  <a:lnTo>
                    <a:pt x="4665855" y="2902494"/>
                  </a:lnTo>
                  <a:lnTo>
                    <a:pt x="4678280" y="2916083"/>
                  </a:lnTo>
                  <a:lnTo>
                    <a:pt x="4690769" y="2929634"/>
                  </a:lnTo>
                  <a:lnTo>
                    <a:pt x="4703194" y="2943032"/>
                  </a:lnTo>
                  <a:lnTo>
                    <a:pt x="4715631" y="2956367"/>
                  </a:lnTo>
                  <a:lnTo>
                    <a:pt x="4728056" y="2969613"/>
                  </a:lnTo>
                  <a:lnTo>
                    <a:pt x="4740544" y="2982809"/>
                  </a:lnTo>
                  <a:lnTo>
                    <a:pt x="4752970" y="2995915"/>
                  </a:lnTo>
                  <a:lnTo>
                    <a:pt x="4765395" y="3008958"/>
                  </a:lnTo>
                  <a:lnTo>
                    <a:pt x="4777832" y="3021899"/>
                  </a:lnTo>
                  <a:lnTo>
                    <a:pt x="4790308" y="3034802"/>
                  </a:lnTo>
                  <a:lnTo>
                    <a:pt x="4802745" y="3047604"/>
                  </a:lnTo>
                  <a:lnTo>
                    <a:pt x="4815171" y="3060304"/>
                  </a:lnTo>
                  <a:lnTo>
                    <a:pt x="4827608" y="3072902"/>
                  </a:lnTo>
                  <a:lnTo>
                    <a:pt x="4840033" y="3085399"/>
                  </a:lnTo>
                  <a:lnTo>
                    <a:pt x="4852521" y="3097807"/>
                  </a:lnTo>
                  <a:lnTo>
                    <a:pt x="4864947" y="3110062"/>
                  </a:lnTo>
                  <a:lnTo>
                    <a:pt x="4877372" y="3122216"/>
                  </a:lnTo>
                  <a:lnTo>
                    <a:pt x="4889809" y="3134218"/>
                  </a:lnTo>
                  <a:lnTo>
                    <a:pt x="4902285" y="3146080"/>
                  </a:lnTo>
                  <a:lnTo>
                    <a:pt x="4914722" y="3157789"/>
                  </a:lnTo>
                  <a:lnTo>
                    <a:pt x="4927148" y="3169346"/>
                  </a:lnTo>
                  <a:lnTo>
                    <a:pt x="4939585" y="3180751"/>
                  </a:lnTo>
                  <a:lnTo>
                    <a:pt x="4952061" y="3192016"/>
                  </a:lnTo>
                  <a:lnTo>
                    <a:pt x="4964498" y="3203077"/>
                  </a:lnTo>
                  <a:lnTo>
                    <a:pt x="4976923" y="3213948"/>
                  </a:lnTo>
                  <a:lnTo>
                    <a:pt x="4989349" y="3224655"/>
                  </a:lnTo>
                  <a:lnTo>
                    <a:pt x="5001786" y="3235221"/>
                  </a:lnTo>
                  <a:lnTo>
                    <a:pt x="5014262" y="3245597"/>
                  </a:lnTo>
                  <a:lnTo>
                    <a:pt x="5026699" y="3255769"/>
                  </a:lnTo>
                  <a:lnTo>
                    <a:pt x="5039124" y="3265739"/>
                  </a:lnTo>
                  <a:lnTo>
                    <a:pt x="5051562" y="3275556"/>
                  </a:lnTo>
                  <a:lnTo>
                    <a:pt x="5064038" y="3285183"/>
                  </a:lnTo>
                  <a:lnTo>
                    <a:pt x="5076475" y="3294606"/>
                  </a:lnTo>
                  <a:lnTo>
                    <a:pt x="5088900" y="3303788"/>
                  </a:lnTo>
                  <a:lnTo>
                    <a:pt x="5101338" y="3312818"/>
                  </a:lnTo>
                  <a:lnTo>
                    <a:pt x="5113814" y="3321695"/>
                  </a:lnTo>
                  <a:lnTo>
                    <a:pt x="5126239" y="3330382"/>
                  </a:lnTo>
                  <a:lnTo>
                    <a:pt x="5138676" y="3338815"/>
                  </a:lnTo>
                  <a:lnTo>
                    <a:pt x="5151101" y="3347095"/>
                  </a:lnTo>
                  <a:lnTo>
                    <a:pt x="5163539" y="3355236"/>
                  </a:lnTo>
                  <a:lnTo>
                    <a:pt x="5176015" y="3363173"/>
                  </a:lnTo>
                  <a:lnTo>
                    <a:pt x="5188452" y="3370908"/>
                  </a:lnTo>
                  <a:lnTo>
                    <a:pt x="5200877" y="3378451"/>
                  </a:lnTo>
                  <a:lnTo>
                    <a:pt x="5213315" y="3385843"/>
                  </a:lnTo>
                  <a:lnTo>
                    <a:pt x="5225791" y="3393082"/>
                  </a:lnTo>
                  <a:lnTo>
                    <a:pt x="5238216" y="3400130"/>
                  </a:lnTo>
                  <a:lnTo>
                    <a:pt x="5250653" y="3407026"/>
                  </a:lnTo>
                  <a:lnTo>
                    <a:pt x="5263078" y="3413821"/>
                  </a:lnTo>
                  <a:lnTo>
                    <a:pt x="5275516" y="3420463"/>
                  </a:lnTo>
                  <a:lnTo>
                    <a:pt x="5287992" y="3426966"/>
                  </a:lnTo>
                  <a:lnTo>
                    <a:pt x="5300429" y="3433366"/>
                  </a:lnTo>
                  <a:lnTo>
                    <a:pt x="5312854" y="3439666"/>
                  </a:lnTo>
                  <a:lnTo>
                    <a:pt x="5325292" y="3445863"/>
                  </a:lnTo>
                  <a:lnTo>
                    <a:pt x="5337768" y="3451972"/>
                  </a:lnTo>
                  <a:lnTo>
                    <a:pt x="5350193" y="3458017"/>
                  </a:lnTo>
                  <a:lnTo>
                    <a:pt x="5375055" y="3470031"/>
                  </a:lnTo>
                  <a:lnTo>
                    <a:pt x="5387543" y="3475975"/>
                  </a:lnTo>
                  <a:lnTo>
                    <a:pt x="5424831" y="3493844"/>
                  </a:lnTo>
                  <a:lnTo>
                    <a:pt x="5437269" y="3499838"/>
                  </a:lnTo>
                  <a:lnTo>
                    <a:pt x="5449745" y="3505896"/>
                  </a:lnTo>
                  <a:lnTo>
                    <a:pt x="5462170" y="3511941"/>
                  </a:lnTo>
                  <a:lnTo>
                    <a:pt x="5474607" y="3518151"/>
                  </a:lnTo>
                  <a:lnTo>
                    <a:pt x="5487032" y="3524400"/>
                  </a:lnTo>
                  <a:lnTo>
                    <a:pt x="5499520" y="3530699"/>
                  </a:lnTo>
                  <a:lnTo>
                    <a:pt x="5511946" y="3537100"/>
                  </a:lnTo>
                  <a:lnTo>
                    <a:pt x="5524383" y="3543653"/>
                  </a:lnTo>
                  <a:lnTo>
                    <a:pt x="5536808" y="3550244"/>
                  </a:lnTo>
                  <a:lnTo>
                    <a:pt x="5549296" y="3556988"/>
                  </a:lnTo>
                  <a:lnTo>
                    <a:pt x="5561721" y="3563783"/>
                  </a:lnTo>
                  <a:lnTo>
                    <a:pt x="5574159" y="3570679"/>
                  </a:lnTo>
                  <a:lnTo>
                    <a:pt x="5586584" y="3577727"/>
                  </a:lnTo>
                  <a:lnTo>
                    <a:pt x="5599009" y="3584826"/>
                  </a:lnTo>
                  <a:lnTo>
                    <a:pt x="5611497" y="3592015"/>
                  </a:lnTo>
                  <a:lnTo>
                    <a:pt x="5623922" y="3599254"/>
                  </a:lnTo>
                  <a:lnTo>
                    <a:pt x="5648785" y="3614049"/>
                  </a:lnTo>
                  <a:lnTo>
                    <a:pt x="5661273" y="3621530"/>
                  </a:lnTo>
                  <a:lnTo>
                    <a:pt x="5686136" y="3636516"/>
                  </a:lnTo>
                  <a:lnTo>
                    <a:pt x="5698561" y="3644059"/>
                  </a:lnTo>
                  <a:lnTo>
                    <a:pt x="5711037" y="3651603"/>
                  </a:lnTo>
                  <a:lnTo>
                    <a:pt x="5723474" y="3659134"/>
                  </a:lnTo>
                  <a:lnTo>
                    <a:pt x="5748337" y="3674019"/>
                  </a:lnTo>
                  <a:lnTo>
                    <a:pt x="5760762" y="3681359"/>
                  </a:lnTo>
                  <a:lnTo>
                    <a:pt x="5773250" y="3688649"/>
                  </a:lnTo>
                  <a:lnTo>
                    <a:pt x="5785675" y="3695850"/>
                  </a:lnTo>
                  <a:lnTo>
                    <a:pt x="5798113" y="3702949"/>
                  </a:lnTo>
                  <a:lnTo>
                    <a:pt x="5810538" y="3709833"/>
                  </a:lnTo>
                  <a:lnTo>
                    <a:pt x="5823014" y="3716640"/>
                  </a:lnTo>
                  <a:lnTo>
                    <a:pt x="5835451" y="3723282"/>
                  </a:lnTo>
                  <a:lnTo>
                    <a:pt x="5847876" y="3729784"/>
                  </a:lnTo>
                  <a:lnTo>
                    <a:pt x="5860314" y="3736033"/>
                  </a:lnTo>
                  <a:lnTo>
                    <a:pt x="5872739" y="3742129"/>
                  </a:lnTo>
                  <a:lnTo>
                    <a:pt x="5885227" y="3748034"/>
                  </a:lnTo>
                  <a:lnTo>
                    <a:pt x="5897652" y="3753749"/>
                  </a:lnTo>
                  <a:lnTo>
                    <a:pt x="5910090" y="3759147"/>
                  </a:lnTo>
                  <a:lnTo>
                    <a:pt x="5922515" y="3764354"/>
                  </a:lnTo>
                  <a:lnTo>
                    <a:pt x="5934991" y="3769370"/>
                  </a:lnTo>
                  <a:lnTo>
                    <a:pt x="5947429" y="3774133"/>
                  </a:lnTo>
                  <a:lnTo>
                    <a:pt x="5959853" y="3778692"/>
                  </a:lnTo>
                  <a:lnTo>
                    <a:pt x="5972291" y="3782909"/>
                  </a:lnTo>
                  <a:lnTo>
                    <a:pt x="5984766" y="3786934"/>
                  </a:lnTo>
                  <a:lnTo>
                    <a:pt x="5997204" y="3790757"/>
                  </a:lnTo>
                  <a:lnTo>
                    <a:pt x="6009629" y="3794326"/>
                  </a:lnTo>
                  <a:lnTo>
                    <a:pt x="6022067" y="3797602"/>
                  </a:lnTo>
                  <a:lnTo>
                    <a:pt x="6034491" y="3800676"/>
                  </a:lnTo>
                  <a:lnTo>
                    <a:pt x="6046967" y="3803495"/>
                  </a:lnTo>
                  <a:lnTo>
                    <a:pt x="6059405" y="3806124"/>
                  </a:lnTo>
                  <a:lnTo>
                    <a:pt x="6071830" y="3808562"/>
                  </a:lnTo>
                  <a:lnTo>
                    <a:pt x="6084268" y="3810747"/>
                  </a:lnTo>
                  <a:lnTo>
                    <a:pt x="6096744" y="3812728"/>
                  </a:lnTo>
                  <a:lnTo>
                    <a:pt x="6109181" y="3814569"/>
                  </a:lnTo>
                  <a:lnTo>
                    <a:pt x="6121606" y="3816195"/>
                  </a:lnTo>
                  <a:lnTo>
                    <a:pt x="6134044" y="3817643"/>
                  </a:lnTo>
                  <a:lnTo>
                    <a:pt x="6146519" y="3818977"/>
                  </a:lnTo>
                  <a:lnTo>
                    <a:pt x="6158945" y="3820119"/>
                  </a:lnTo>
                  <a:lnTo>
                    <a:pt x="6171382" y="3821161"/>
                  </a:lnTo>
                  <a:lnTo>
                    <a:pt x="6183807" y="3822050"/>
                  </a:lnTo>
                  <a:lnTo>
                    <a:pt x="6196245" y="3822850"/>
                  </a:lnTo>
                  <a:lnTo>
                    <a:pt x="6208720" y="3823548"/>
                  </a:lnTo>
                  <a:lnTo>
                    <a:pt x="6221158" y="3824184"/>
                  </a:lnTo>
                  <a:lnTo>
                    <a:pt x="6246021" y="3825174"/>
                  </a:lnTo>
                  <a:lnTo>
                    <a:pt x="6258496" y="3825580"/>
                  </a:lnTo>
                  <a:lnTo>
                    <a:pt x="6283359" y="3826266"/>
                  </a:lnTo>
                  <a:lnTo>
                    <a:pt x="6295784" y="3826571"/>
                  </a:lnTo>
                  <a:lnTo>
                    <a:pt x="6308273" y="3826863"/>
                  </a:lnTo>
                  <a:lnTo>
                    <a:pt x="6320697" y="3827168"/>
                  </a:lnTo>
                  <a:lnTo>
                    <a:pt x="6333135" y="3827409"/>
                  </a:lnTo>
                  <a:lnTo>
                    <a:pt x="6357998" y="3828006"/>
                  </a:lnTo>
                </a:path>
              </a:pathLst>
            </a:custGeom>
            <a:noFill/>
            <a:ln w="27056" cap="flat">
              <a:solidFill>
                <a:srgbClr val="8DC8BE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4" name="Freeform 1043">
              <a:extLst>
                <a:ext uri="{FF2B5EF4-FFF2-40B4-BE49-F238E27FC236}">
                  <a16:creationId xmlns:a16="http://schemas.microsoft.com/office/drawing/2014/main" id="{A4DBB187-9612-D6E9-6AF9-952746ECC108}"/>
                </a:ext>
              </a:extLst>
            </p:cNvPr>
            <p:cNvSpPr/>
            <p:nvPr/>
          </p:nvSpPr>
          <p:spPr>
            <a:xfrm>
              <a:off x="6571086" y="1437614"/>
              <a:ext cx="3478" cy="1242107"/>
            </a:xfrm>
            <a:custGeom>
              <a:avLst/>
              <a:gdLst>
                <a:gd name="connsiteX0" fmla="*/ 0 w 12678"/>
                <a:gd name="connsiteY0" fmla="*/ 4528051 h 4528050"/>
                <a:gd name="connsiteX1" fmla="*/ 0 w 12678"/>
                <a:gd name="connsiteY1" fmla="*/ 0 h 4528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78" h="4528050">
                  <a:moveTo>
                    <a:pt x="0" y="4528051"/>
                  </a:moveTo>
                  <a:lnTo>
                    <a:pt x="0" y="0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5" name="Freeform 1044">
              <a:extLst>
                <a:ext uri="{FF2B5EF4-FFF2-40B4-BE49-F238E27FC236}">
                  <a16:creationId xmlns:a16="http://schemas.microsoft.com/office/drawing/2014/main" id="{99396E75-3505-2D1B-A73C-8C3FFCCC9B38}"/>
                </a:ext>
              </a:extLst>
            </p:cNvPr>
            <p:cNvSpPr/>
            <p:nvPr/>
          </p:nvSpPr>
          <p:spPr>
            <a:xfrm>
              <a:off x="6481987" y="1568025"/>
              <a:ext cx="1744087" cy="1050075"/>
            </a:xfrm>
            <a:custGeom>
              <a:avLst/>
              <a:gdLst>
                <a:gd name="connsiteX0" fmla="*/ 0 w 6357997"/>
                <a:gd name="connsiteY0" fmla="*/ 3778451 h 3828006"/>
                <a:gd name="connsiteX1" fmla="*/ 12480 w 6357997"/>
                <a:gd name="connsiteY1" fmla="*/ 3775466 h 3828006"/>
                <a:gd name="connsiteX2" fmla="*/ 49772 w 6357997"/>
                <a:gd name="connsiteY2" fmla="*/ 3766538 h 3828006"/>
                <a:gd name="connsiteX3" fmla="*/ 62203 w 6357997"/>
                <a:gd name="connsiteY3" fmla="*/ 3763617 h 3828006"/>
                <a:gd name="connsiteX4" fmla="*/ 74684 w 6357997"/>
                <a:gd name="connsiteY4" fmla="*/ 3760633 h 3828006"/>
                <a:gd name="connsiteX5" fmla="*/ 87114 w 6357997"/>
                <a:gd name="connsiteY5" fmla="*/ 3757762 h 3828006"/>
                <a:gd name="connsiteX6" fmla="*/ 99546 w 6357997"/>
                <a:gd name="connsiteY6" fmla="*/ 3754829 h 3828006"/>
                <a:gd name="connsiteX7" fmla="*/ 111977 w 6357997"/>
                <a:gd name="connsiteY7" fmla="*/ 3751959 h 3828006"/>
                <a:gd name="connsiteX8" fmla="*/ 124458 w 6357997"/>
                <a:gd name="connsiteY8" fmla="*/ 3749076 h 3828006"/>
                <a:gd name="connsiteX9" fmla="*/ 136888 w 6357997"/>
                <a:gd name="connsiteY9" fmla="*/ 3746256 h 3828006"/>
                <a:gd name="connsiteX10" fmla="*/ 149319 w 6357997"/>
                <a:gd name="connsiteY10" fmla="*/ 3743373 h 3828006"/>
                <a:gd name="connsiteX11" fmla="*/ 161750 w 6357997"/>
                <a:gd name="connsiteY11" fmla="*/ 3740541 h 3828006"/>
                <a:gd name="connsiteX12" fmla="*/ 174230 w 6357997"/>
                <a:gd name="connsiteY12" fmla="*/ 3737773 h 3828006"/>
                <a:gd name="connsiteX13" fmla="*/ 186661 w 6357997"/>
                <a:gd name="connsiteY13" fmla="*/ 3734890 h 3828006"/>
                <a:gd name="connsiteX14" fmla="*/ 199093 w 6357997"/>
                <a:gd name="connsiteY14" fmla="*/ 3732058 h 3828006"/>
                <a:gd name="connsiteX15" fmla="*/ 223954 w 6357997"/>
                <a:gd name="connsiteY15" fmla="*/ 3726305 h 3828006"/>
                <a:gd name="connsiteX16" fmla="*/ 236435 w 6357997"/>
                <a:gd name="connsiteY16" fmla="*/ 3723333 h 3828006"/>
                <a:gd name="connsiteX17" fmla="*/ 248866 w 6357997"/>
                <a:gd name="connsiteY17" fmla="*/ 3720310 h 3828006"/>
                <a:gd name="connsiteX18" fmla="*/ 261296 w 6357997"/>
                <a:gd name="connsiteY18" fmla="*/ 3717186 h 3828006"/>
                <a:gd name="connsiteX19" fmla="*/ 273727 w 6357997"/>
                <a:gd name="connsiteY19" fmla="*/ 3714011 h 3828006"/>
                <a:gd name="connsiteX20" fmla="*/ 286208 w 6357997"/>
                <a:gd name="connsiteY20" fmla="*/ 3710684 h 3828006"/>
                <a:gd name="connsiteX21" fmla="*/ 298638 w 6357997"/>
                <a:gd name="connsiteY21" fmla="*/ 3707204 h 3828006"/>
                <a:gd name="connsiteX22" fmla="*/ 311069 w 6357997"/>
                <a:gd name="connsiteY22" fmla="*/ 3703584 h 3828006"/>
                <a:gd name="connsiteX23" fmla="*/ 323501 w 6357997"/>
                <a:gd name="connsiteY23" fmla="*/ 3699812 h 3828006"/>
                <a:gd name="connsiteX24" fmla="*/ 335982 w 6357997"/>
                <a:gd name="connsiteY24" fmla="*/ 3695799 h 3828006"/>
                <a:gd name="connsiteX25" fmla="*/ 348412 w 6357997"/>
                <a:gd name="connsiteY25" fmla="*/ 3691634 h 3828006"/>
                <a:gd name="connsiteX26" fmla="*/ 360843 w 6357997"/>
                <a:gd name="connsiteY26" fmla="*/ 3687163 h 3828006"/>
                <a:gd name="connsiteX27" fmla="*/ 373274 w 6357997"/>
                <a:gd name="connsiteY27" fmla="*/ 3682452 h 3828006"/>
                <a:gd name="connsiteX28" fmla="*/ 385704 w 6357997"/>
                <a:gd name="connsiteY28" fmla="*/ 3677498 h 3828006"/>
                <a:gd name="connsiteX29" fmla="*/ 398185 w 6357997"/>
                <a:gd name="connsiteY29" fmla="*/ 3672279 h 3828006"/>
                <a:gd name="connsiteX30" fmla="*/ 410616 w 6357997"/>
                <a:gd name="connsiteY30" fmla="*/ 3666678 h 3828006"/>
                <a:gd name="connsiteX31" fmla="*/ 423046 w 6357997"/>
                <a:gd name="connsiteY31" fmla="*/ 3660773 h 3828006"/>
                <a:gd name="connsiteX32" fmla="*/ 435478 w 6357997"/>
                <a:gd name="connsiteY32" fmla="*/ 3654524 h 3828006"/>
                <a:gd name="connsiteX33" fmla="*/ 447959 w 6357997"/>
                <a:gd name="connsiteY33" fmla="*/ 3647971 h 3828006"/>
                <a:gd name="connsiteX34" fmla="*/ 460390 w 6357997"/>
                <a:gd name="connsiteY34" fmla="*/ 3641075 h 3828006"/>
                <a:gd name="connsiteX35" fmla="*/ 472820 w 6357997"/>
                <a:gd name="connsiteY35" fmla="*/ 3633734 h 3828006"/>
                <a:gd name="connsiteX36" fmla="*/ 485251 w 6357997"/>
                <a:gd name="connsiteY36" fmla="*/ 3626051 h 3828006"/>
                <a:gd name="connsiteX37" fmla="*/ 497682 w 6357997"/>
                <a:gd name="connsiteY37" fmla="*/ 3618012 h 3828006"/>
                <a:gd name="connsiteX38" fmla="*/ 510162 w 6357997"/>
                <a:gd name="connsiteY38" fmla="*/ 3609630 h 3828006"/>
                <a:gd name="connsiteX39" fmla="*/ 522593 w 6357997"/>
                <a:gd name="connsiteY39" fmla="*/ 3600803 h 3828006"/>
                <a:gd name="connsiteX40" fmla="*/ 535025 w 6357997"/>
                <a:gd name="connsiteY40" fmla="*/ 3591570 h 3828006"/>
                <a:gd name="connsiteX41" fmla="*/ 547455 w 6357997"/>
                <a:gd name="connsiteY41" fmla="*/ 3582045 h 3828006"/>
                <a:gd name="connsiteX42" fmla="*/ 559935 w 6357997"/>
                <a:gd name="connsiteY42" fmla="*/ 3572228 h 3828006"/>
                <a:gd name="connsiteX43" fmla="*/ 572367 w 6357997"/>
                <a:gd name="connsiteY43" fmla="*/ 3561954 h 3828006"/>
                <a:gd name="connsiteX44" fmla="*/ 584798 w 6357997"/>
                <a:gd name="connsiteY44" fmla="*/ 3551337 h 3828006"/>
                <a:gd name="connsiteX45" fmla="*/ 597228 w 6357997"/>
                <a:gd name="connsiteY45" fmla="*/ 3540478 h 3828006"/>
                <a:gd name="connsiteX46" fmla="*/ 609709 w 6357997"/>
                <a:gd name="connsiteY46" fmla="*/ 3529315 h 3828006"/>
                <a:gd name="connsiteX47" fmla="*/ 622140 w 6357997"/>
                <a:gd name="connsiteY47" fmla="*/ 3517847 h 3828006"/>
                <a:gd name="connsiteX48" fmla="*/ 634570 w 6357997"/>
                <a:gd name="connsiteY48" fmla="*/ 3506099 h 3828006"/>
                <a:gd name="connsiteX49" fmla="*/ 647002 w 6357997"/>
                <a:gd name="connsiteY49" fmla="*/ 3494085 h 3828006"/>
                <a:gd name="connsiteX50" fmla="*/ 659433 w 6357997"/>
                <a:gd name="connsiteY50" fmla="*/ 3481880 h 3828006"/>
                <a:gd name="connsiteX51" fmla="*/ 671912 w 6357997"/>
                <a:gd name="connsiteY51" fmla="*/ 3469485 h 3828006"/>
                <a:gd name="connsiteX52" fmla="*/ 684344 w 6357997"/>
                <a:gd name="connsiteY52" fmla="*/ 3456874 h 3828006"/>
                <a:gd name="connsiteX53" fmla="*/ 696775 w 6357997"/>
                <a:gd name="connsiteY53" fmla="*/ 3444136 h 3828006"/>
                <a:gd name="connsiteX54" fmla="*/ 709210 w 6357997"/>
                <a:gd name="connsiteY54" fmla="*/ 3431284 h 3828006"/>
                <a:gd name="connsiteX55" fmla="*/ 721686 w 6357997"/>
                <a:gd name="connsiteY55" fmla="*/ 3418279 h 3828006"/>
                <a:gd name="connsiteX56" fmla="*/ 734123 w 6357997"/>
                <a:gd name="connsiteY56" fmla="*/ 3405185 h 3828006"/>
                <a:gd name="connsiteX57" fmla="*/ 758973 w 6357997"/>
                <a:gd name="connsiteY57" fmla="*/ 3378794 h 3828006"/>
                <a:gd name="connsiteX58" fmla="*/ 771462 w 6357997"/>
                <a:gd name="connsiteY58" fmla="*/ 3365498 h 3828006"/>
                <a:gd name="connsiteX59" fmla="*/ 783887 w 6357997"/>
                <a:gd name="connsiteY59" fmla="*/ 3352201 h 3828006"/>
                <a:gd name="connsiteX60" fmla="*/ 821187 w 6357997"/>
                <a:gd name="connsiteY60" fmla="*/ 3312170 h 3828006"/>
                <a:gd name="connsiteX61" fmla="*/ 833663 w 6357997"/>
                <a:gd name="connsiteY61" fmla="*/ 3298772 h 3828006"/>
                <a:gd name="connsiteX62" fmla="*/ 846100 w 6357997"/>
                <a:gd name="connsiteY62" fmla="*/ 3285424 h 3828006"/>
                <a:gd name="connsiteX63" fmla="*/ 858525 w 6357997"/>
                <a:gd name="connsiteY63" fmla="*/ 3272038 h 3828006"/>
                <a:gd name="connsiteX64" fmla="*/ 870950 w 6357997"/>
                <a:gd name="connsiteY64" fmla="*/ 3258691 h 3828006"/>
                <a:gd name="connsiteX65" fmla="*/ 883439 w 6357997"/>
                <a:gd name="connsiteY65" fmla="*/ 3245292 h 3828006"/>
                <a:gd name="connsiteX66" fmla="*/ 908301 w 6357997"/>
                <a:gd name="connsiteY66" fmla="*/ 3218406 h 3828006"/>
                <a:gd name="connsiteX67" fmla="*/ 920726 w 6357997"/>
                <a:gd name="connsiteY67" fmla="*/ 3204919 h 3828006"/>
                <a:gd name="connsiteX68" fmla="*/ 933215 w 6357997"/>
                <a:gd name="connsiteY68" fmla="*/ 3191317 h 3828006"/>
                <a:gd name="connsiteX69" fmla="*/ 945640 w 6357997"/>
                <a:gd name="connsiteY69" fmla="*/ 3177677 h 3828006"/>
                <a:gd name="connsiteX70" fmla="*/ 958077 w 6357997"/>
                <a:gd name="connsiteY70" fmla="*/ 3163987 h 3828006"/>
                <a:gd name="connsiteX71" fmla="*/ 970502 w 6357997"/>
                <a:gd name="connsiteY71" fmla="*/ 3150093 h 3828006"/>
                <a:gd name="connsiteX72" fmla="*/ 982927 w 6357997"/>
                <a:gd name="connsiteY72" fmla="*/ 3136110 h 3828006"/>
                <a:gd name="connsiteX73" fmla="*/ 995416 w 6357997"/>
                <a:gd name="connsiteY73" fmla="*/ 3122013 h 3828006"/>
                <a:gd name="connsiteX74" fmla="*/ 1007841 w 6357997"/>
                <a:gd name="connsiteY74" fmla="*/ 3107777 h 3828006"/>
                <a:gd name="connsiteX75" fmla="*/ 1020278 w 6357997"/>
                <a:gd name="connsiteY75" fmla="*/ 3093298 h 3828006"/>
                <a:gd name="connsiteX76" fmla="*/ 1032703 w 6357997"/>
                <a:gd name="connsiteY76" fmla="*/ 3078605 h 3828006"/>
                <a:gd name="connsiteX77" fmla="*/ 1045192 w 6357997"/>
                <a:gd name="connsiteY77" fmla="*/ 3063720 h 3828006"/>
                <a:gd name="connsiteX78" fmla="*/ 1057617 w 6357997"/>
                <a:gd name="connsiteY78" fmla="*/ 3048645 h 3828006"/>
                <a:gd name="connsiteX79" fmla="*/ 1070054 w 6357997"/>
                <a:gd name="connsiteY79" fmla="*/ 3033316 h 3828006"/>
                <a:gd name="connsiteX80" fmla="*/ 1082479 w 6357997"/>
                <a:gd name="connsiteY80" fmla="*/ 3017683 h 3828006"/>
                <a:gd name="connsiteX81" fmla="*/ 1094917 w 6357997"/>
                <a:gd name="connsiteY81" fmla="*/ 3001808 h 3828006"/>
                <a:gd name="connsiteX82" fmla="*/ 1107393 w 6357997"/>
                <a:gd name="connsiteY82" fmla="*/ 2985641 h 3828006"/>
                <a:gd name="connsiteX83" fmla="*/ 1119817 w 6357997"/>
                <a:gd name="connsiteY83" fmla="*/ 2969270 h 3828006"/>
                <a:gd name="connsiteX84" fmla="*/ 1132255 w 6357997"/>
                <a:gd name="connsiteY84" fmla="*/ 2952506 h 3828006"/>
                <a:gd name="connsiteX85" fmla="*/ 1144680 w 6357997"/>
                <a:gd name="connsiteY85" fmla="*/ 2935488 h 3828006"/>
                <a:gd name="connsiteX86" fmla="*/ 1157168 w 6357997"/>
                <a:gd name="connsiteY86" fmla="*/ 2918178 h 3828006"/>
                <a:gd name="connsiteX87" fmla="*/ 1169594 w 6357997"/>
                <a:gd name="connsiteY87" fmla="*/ 2900614 h 3828006"/>
                <a:gd name="connsiteX88" fmla="*/ 1182031 w 6357997"/>
                <a:gd name="connsiteY88" fmla="*/ 2882707 h 3828006"/>
                <a:gd name="connsiteX89" fmla="*/ 1194456 w 6357997"/>
                <a:gd name="connsiteY89" fmla="*/ 2864495 h 3828006"/>
                <a:gd name="connsiteX90" fmla="*/ 1206932 w 6357997"/>
                <a:gd name="connsiteY90" fmla="*/ 2846042 h 3828006"/>
                <a:gd name="connsiteX91" fmla="*/ 1219369 w 6357997"/>
                <a:gd name="connsiteY91" fmla="*/ 2827284 h 3828006"/>
                <a:gd name="connsiteX92" fmla="*/ 1231794 w 6357997"/>
                <a:gd name="connsiteY92" fmla="*/ 2808285 h 3828006"/>
                <a:gd name="connsiteX93" fmla="*/ 1244232 w 6357997"/>
                <a:gd name="connsiteY93" fmla="*/ 2788943 h 3828006"/>
                <a:gd name="connsiteX94" fmla="*/ 1256657 w 6357997"/>
                <a:gd name="connsiteY94" fmla="*/ 2769398 h 3828006"/>
                <a:gd name="connsiteX95" fmla="*/ 1269145 w 6357997"/>
                <a:gd name="connsiteY95" fmla="*/ 2749598 h 3828006"/>
                <a:gd name="connsiteX96" fmla="*/ 1281571 w 6357997"/>
                <a:gd name="connsiteY96" fmla="*/ 2729609 h 3828006"/>
                <a:gd name="connsiteX97" fmla="*/ 1294008 w 6357997"/>
                <a:gd name="connsiteY97" fmla="*/ 2709314 h 3828006"/>
                <a:gd name="connsiteX98" fmla="*/ 1306433 w 6357997"/>
                <a:gd name="connsiteY98" fmla="*/ 2688880 h 3828006"/>
                <a:gd name="connsiteX99" fmla="*/ 1318909 w 6357997"/>
                <a:gd name="connsiteY99" fmla="*/ 2668191 h 3828006"/>
                <a:gd name="connsiteX100" fmla="*/ 1331346 w 6357997"/>
                <a:gd name="connsiteY100" fmla="*/ 2647402 h 3828006"/>
                <a:gd name="connsiteX101" fmla="*/ 1343771 w 6357997"/>
                <a:gd name="connsiteY101" fmla="*/ 2626421 h 3828006"/>
                <a:gd name="connsiteX102" fmla="*/ 1356209 w 6357997"/>
                <a:gd name="connsiteY102" fmla="*/ 2605288 h 3828006"/>
                <a:gd name="connsiteX103" fmla="*/ 1368685 w 6357997"/>
                <a:gd name="connsiteY103" fmla="*/ 2584003 h 3828006"/>
                <a:gd name="connsiteX104" fmla="*/ 1381122 w 6357997"/>
                <a:gd name="connsiteY104" fmla="*/ 2562667 h 3828006"/>
                <a:gd name="connsiteX105" fmla="*/ 1393547 w 6357997"/>
                <a:gd name="connsiteY105" fmla="*/ 2541191 h 3828006"/>
                <a:gd name="connsiteX106" fmla="*/ 1405985 w 6357997"/>
                <a:gd name="connsiteY106" fmla="*/ 2519665 h 3828006"/>
                <a:gd name="connsiteX107" fmla="*/ 1418410 w 6357997"/>
                <a:gd name="connsiteY107" fmla="*/ 2498075 h 3828006"/>
                <a:gd name="connsiteX108" fmla="*/ 1430898 w 6357997"/>
                <a:gd name="connsiteY108" fmla="*/ 2476447 h 3828006"/>
                <a:gd name="connsiteX109" fmla="*/ 1443323 w 6357997"/>
                <a:gd name="connsiteY109" fmla="*/ 2454819 h 3828006"/>
                <a:gd name="connsiteX110" fmla="*/ 1468186 w 6357997"/>
                <a:gd name="connsiteY110" fmla="*/ 2411664 h 3828006"/>
                <a:gd name="connsiteX111" fmla="*/ 1480662 w 6357997"/>
                <a:gd name="connsiteY111" fmla="*/ 2390125 h 3828006"/>
                <a:gd name="connsiteX112" fmla="*/ 1493099 w 6357997"/>
                <a:gd name="connsiteY112" fmla="*/ 2368700 h 3828006"/>
                <a:gd name="connsiteX113" fmla="*/ 1505524 w 6357997"/>
                <a:gd name="connsiteY113" fmla="*/ 2347364 h 3828006"/>
                <a:gd name="connsiteX114" fmla="*/ 1517962 w 6357997"/>
                <a:gd name="connsiteY114" fmla="*/ 2326180 h 3828006"/>
                <a:gd name="connsiteX115" fmla="*/ 1530438 w 6357997"/>
                <a:gd name="connsiteY115" fmla="*/ 2305149 h 3828006"/>
                <a:gd name="connsiteX116" fmla="*/ 1542875 w 6357997"/>
                <a:gd name="connsiteY116" fmla="*/ 2284309 h 3828006"/>
                <a:gd name="connsiteX117" fmla="*/ 1555300 w 6357997"/>
                <a:gd name="connsiteY117" fmla="*/ 2263620 h 3828006"/>
                <a:gd name="connsiteX118" fmla="*/ 1567738 w 6357997"/>
                <a:gd name="connsiteY118" fmla="*/ 2243186 h 3828006"/>
                <a:gd name="connsiteX119" fmla="*/ 1580163 w 6357997"/>
                <a:gd name="connsiteY119" fmla="*/ 2223044 h 3828006"/>
                <a:gd name="connsiteX120" fmla="*/ 1592639 w 6357997"/>
                <a:gd name="connsiteY120" fmla="*/ 2203206 h 3828006"/>
                <a:gd name="connsiteX121" fmla="*/ 1605076 w 6357997"/>
                <a:gd name="connsiteY121" fmla="*/ 2183610 h 3828006"/>
                <a:gd name="connsiteX122" fmla="*/ 1617501 w 6357997"/>
                <a:gd name="connsiteY122" fmla="*/ 2164255 h 3828006"/>
                <a:gd name="connsiteX123" fmla="*/ 1629939 w 6357997"/>
                <a:gd name="connsiteY123" fmla="*/ 2145358 h 3828006"/>
                <a:gd name="connsiteX124" fmla="*/ 1642415 w 6357997"/>
                <a:gd name="connsiteY124" fmla="*/ 2126752 h 3828006"/>
                <a:gd name="connsiteX125" fmla="*/ 1654852 w 6357997"/>
                <a:gd name="connsiteY125" fmla="*/ 2108502 h 3828006"/>
                <a:gd name="connsiteX126" fmla="*/ 1667277 w 6357997"/>
                <a:gd name="connsiteY126" fmla="*/ 2090583 h 3828006"/>
                <a:gd name="connsiteX127" fmla="*/ 1679715 w 6357997"/>
                <a:gd name="connsiteY127" fmla="*/ 2073031 h 3828006"/>
                <a:gd name="connsiteX128" fmla="*/ 1692140 w 6357997"/>
                <a:gd name="connsiteY128" fmla="*/ 2055912 h 3828006"/>
                <a:gd name="connsiteX129" fmla="*/ 1704615 w 6357997"/>
                <a:gd name="connsiteY129" fmla="*/ 2039147 h 3828006"/>
                <a:gd name="connsiteX130" fmla="*/ 1717053 w 6357997"/>
                <a:gd name="connsiteY130" fmla="*/ 2022625 h 3828006"/>
                <a:gd name="connsiteX131" fmla="*/ 1729478 w 6357997"/>
                <a:gd name="connsiteY131" fmla="*/ 2006445 h 3828006"/>
                <a:gd name="connsiteX132" fmla="*/ 1741916 w 6357997"/>
                <a:gd name="connsiteY132" fmla="*/ 1990672 h 3828006"/>
                <a:gd name="connsiteX133" fmla="*/ 1754392 w 6357997"/>
                <a:gd name="connsiteY133" fmla="*/ 1975152 h 3828006"/>
                <a:gd name="connsiteX134" fmla="*/ 1766829 w 6357997"/>
                <a:gd name="connsiteY134" fmla="*/ 1959823 h 3828006"/>
                <a:gd name="connsiteX135" fmla="*/ 1779254 w 6357997"/>
                <a:gd name="connsiteY135" fmla="*/ 1944736 h 3828006"/>
                <a:gd name="connsiteX136" fmla="*/ 1791692 w 6357997"/>
                <a:gd name="connsiteY136" fmla="*/ 1929801 h 3828006"/>
                <a:gd name="connsiteX137" fmla="*/ 1804167 w 6357997"/>
                <a:gd name="connsiteY137" fmla="*/ 1915018 h 3828006"/>
                <a:gd name="connsiteX138" fmla="*/ 1841455 w 6357997"/>
                <a:gd name="connsiteY138" fmla="*/ 1870822 h 3828006"/>
                <a:gd name="connsiteX139" fmla="*/ 1853893 w 6357997"/>
                <a:gd name="connsiteY139" fmla="*/ 1855988 h 3828006"/>
                <a:gd name="connsiteX140" fmla="*/ 1866369 w 6357997"/>
                <a:gd name="connsiteY140" fmla="*/ 1841002 h 3828006"/>
                <a:gd name="connsiteX141" fmla="*/ 1878806 w 6357997"/>
                <a:gd name="connsiteY141" fmla="*/ 1825775 h 3828006"/>
                <a:gd name="connsiteX142" fmla="*/ 1891231 w 6357997"/>
                <a:gd name="connsiteY142" fmla="*/ 1810294 h 3828006"/>
                <a:gd name="connsiteX143" fmla="*/ 1903669 w 6357997"/>
                <a:gd name="connsiteY143" fmla="*/ 1794469 h 3828006"/>
                <a:gd name="connsiteX144" fmla="*/ 1916144 w 6357997"/>
                <a:gd name="connsiteY144" fmla="*/ 1778150 h 3828006"/>
                <a:gd name="connsiteX145" fmla="*/ 1928569 w 6357997"/>
                <a:gd name="connsiteY145" fmla="*/ 1761386 h 3828006"/>
                <a:gd name="connsiteX146" fmla="*/ 1941007 w 6357997"/>
                <a:gd name="connsiteY146" fmla="*/ 1744114 h 3828006"/>
                <a:gd name="connsiteX147" fmla="*/ 1953432 w 6357997"/>
                <a:gd name="connsiteY147" fmla="*/ 1726359 h 3828006"/>
                <a:gd name="connsiteX148" fmla="*/ 1965920 w 6357997"/>
                <a:gd name="connsiteY148" fmla="*/ 1707855 h 3828006"/>
                <a:gd name="connsiteX149" fmla="*/ 1978345 w 6357997"/>
                <a:gd name="connsiteY149" fmla="*/ 1688704 h 3828006"/>
                <a:gd name="connsiteX150" fmla="*/ 1990783 w 6357997"/>
                <a:gd name="connsiteY150" fmla="*/ 1668854 h 3828006"/>
                <a:gd name="connsiteX151" fmla="*/ 2003208 w 6357997"/>
                <a:gd name="connsiteY151" fmla="*/ 1648369 h 3828006"/>
                <a:gd name="connsiteX152" fmla="*/ 2015646 w 6357997"/>
                <a:gd name="connsiteY152" fmla="*/ 1627134 h 3828006"/>
                <a:gd name="connsiteX153" fmla="*/ 2028121 w 6357997"/>
                <a:gd name="connsiteY153" fmla="*/ 1604960 h 3828006"/>
                <a:gd name="connsiteX154" fmla="*/ 2040546 w 6357997"/>
                <a:gd name="connsiteY154" fmla="*/ 1582138 h 3828006"/>
                <a:gd name="connsiteX155" fmla="*/ 2052984 w 6357997"/>
                <a:gd name="connsiteY155" fmla="*/ 1558529 h 3828006"/>
                <a:gd name="connsiteX156" fmla="*/ 2065409 w 6357997"/>
                <a:gd name="connsiteY156" fmla="*/ 1534272 h 3828006"/>
                <a:gd name="connsiteX157" fmla="*/ 2077897 w 6357997"/>
                <a:gd name="connsiteY157" fmla="*/ 1509113 h 3828006"/>
                <a:gd name="connsiteX158" fmla="*/ 2090322 w 6357997"/>
                <a:gd name="connsiteY158" fmla="*/ 1483218 h 3828006"/>
                <a:gd name="connsiteX159" fmla="*/ 2102760 w 6357997"/>
                <a:gd name="connsiteY159" fmla="*/ 1456675 h 3828006"/>
                <a:gd name="connsiteX160" fmla="*/ 2115185 w 6357997"/>
                <a:gd name="connsiteY160" fmla="*/ 1429547 h 3828006"/>
                <a:gd name="connsiteX161" fmla="*/ 2127673 w 6357997"/>
                <a:gd name="connsiteY161" fmla="*/ 1401760 h 3828006"/>
                <a:gd name="connsiteX162" fmla="*/ 2140098 w 6357997"/>
                <a:gd name="connsiteY162" fmla="*/ 1373337 h 3828006"/>
                <a:gd name="connsiteX163" fmla="*/ 2152523 w 6357997"/>
                <a:gd name="connsiteY163" fmla="*/ 1344458 h 3828006"/>
                <a:gd name="connsiteX164" fmla="*/ 2164961 w 6357997"/>
                <a:gd name="connsiteY164" fmla="*/ 1315146 h 3828006"/>
                <a:gd name="connsiteX165" fmla="*/ 2177386 w 6357997"/>
                <a:gd name="connsiteY165" fmla="*/ 1285479 h 3828006"/>
                <a:gd name="connsiteX166" fmla="*/ 2189874 w 6357997"/>
                <a:gd name="connsiteY166" fmla="*/ 1255367 h 3828006"/>
                <a:gd name="connsiteX167" fmla="*/ 2202299 w 6357997"/>
                <a:gd name="connsiteY167" fmla="*/ 1225001 h 3828006"/>
                <a:gd name="connsiteX168" fmla="*/ 2214737 w 6357997"/>
                <a:gd name="connsiteY168" fmla="*/ 1194445 h 3828006"/>
                <a:gd name="connsiteX169" fmla="*/ 2227162 w 6357997"/>
                <a:gd name="connsiteY169" fmla="*/ 1163686 h 3828006"/>
                <a:gd name="connsiteX170" fmla="*/ 2239650 w 6357997"/>
                <a:gd name="connsiteY170" fmla="*/ 1132876 h 3828006"/>
                <a:gd name="connsiteX171" fmla="*/ 2264513 w 6357997"/>
                <a:gd name="connsiteY171" fmla="*/ 1071166 h 3828006"/>
                <a:gd name="connsiteX172" fmla="*/ 2276938 w 6357997"/>
                <a:gd name="connsiteY172" fmla="*/ 1040356 h 3828006"/>
                <a:gd name="connsiteX173" fmla="*/ 2289363 w 6357997"/>
                <a:gd name="connsiteY173" fmla="*/ 1009648 h 3828006"/>
                <a:gd name="connsiteX174" fmla="*/ 2301851 w 6357997"/>
                <a:gd name="connsiteY174" fmla="*/ 979142 h 3828006"/>
                <a:gd name="connsiteX175" fmla="*/ 2314276 w 6357997"/>
                <a:gd name="connsiteY175" fmla="*/ 948827 h 3828006"/>
                <a:gd name="connsiteX176" fmla="*/ 2326714 w 6357997"/>
                <a:gd name="connsiteY176" fmla="*/ 918715 h 3828006"/>
                <a:gd name="connsiteX177" fmla="*/ 2339139 w 6357997"/>
                <a:gd name="connsiteY177" fmla="*/ 888807 h 3828006"/>
                <a:gd name="connsiteX178" fmla="*/ 2351627 w 6357997"/>
                <a:gd name="connsiteY178" fmla="*/ 859279 h 3828006"/>
                <a:gd name="connsiteX179" fmla="*/ 2364052 w 6357997"/>
                <a:gd name="connsiteY179" fmla="*/ 830019 h 3828006"/>
                <a:gd name="connsiteX180" fmla="*/ 2376490 w 6357997"/>
                <a:gd name="connsiteY180" fmla="*/ 801088 h 3828006"/>
                <a:gd name="connsiteX181" fmla="*/ 2388915 w 6357997"/>
                <a:gd name="connsiteY181" fmla="*/ 772513 h 3828006"/>
                <a:gd name="connsiteX182" fmla="*/ 2401390 w 6357997"/>
                <a:gd name="connsiteY182" fmla="*/ 744192 h 3828006"/>
                <a:gd name="connsiteX183" fmla="*/ 2413828 w 6357997"/>
                <a:gd name="connsiteY183" fmla="*/ 716354 h 3828006"/>
                <a:gd name="connsiteX184" fmla="*/ 2426253 w 6357997"/>
                <a:gd name="connsiteY184" fmla="*/ 688871 h 3828006"/>
                <a:gd name="connsiteX185" fmla="*/ 2438691 w 6357997"/>
                <a:gd name="connsiteY185" fmla="*/ 661744 h 3828006"/>
                <a:gd name="connsiteX186" fmla="*/ 2451116 w 6357997"/>
                <a:gd name="connsiteY186" fmla="*/ 634896 h 3828006"/>
                <a:gd name="connsiteX187" fmla="*/ 2463604 w 6357997"/>
                <a:gd name="connsiteY187" fmla="*/ 608505 h 3828006"/>
                <a:gd name="connsiteX188" fmla="*/ 2476029 w 6357997"/>
                <a:gd name="connsiteY188" fmla="*/ 582508 h 3828006"/>
                <a:gd name="connsiteX189" fmla="*/ 2488467 w 6357997"/>
                <a:gd name="connsiteY189" fmla="*/ 556816 h 3828006"/>
                <a:gd name="connsiteX190" fmla="*/ 2500892 w 6357997"/>
                <a:gd name="connsiteY190" fmla="*/ 531518 h 3828006"/>
                <a:gd name="connsiteX191" fmla="*/ 2513367 w 6357997"/>
                <a:gd name="connsiteY191" fmla="*/ 506562 h 3828006"/>
                <a:gd name="connsiteX192" fmla="*/ 2525805 w 6357997"/>
                <a:gd name="connsiteY192" fmla="*/ 482102 h 3828006"/>
                <a:gd name="connsiteX193" fmla="*/ 2538230 w 6357997"/>
                <a:gd name="connsiteY193" fmla="*/ 457998 h 3828006"/>
                <a:gd name="connsiteX194" fmla="*/ 2550668 w 6357997"/>
                <a:gd name="connsiteY194" fmla="*/ 434236 h 3828006"/>
                <a:gd name="connsiteX195" fmla="*/ 2563144 w 6357997"/>
                <a:gd name="connsiteY195" fmla="*/ 410868 h 3828006"/>
                <a:gd name="connsiteX196" fmla="*/ 2575581 w 6357997"/>
                <a:gd name="connsiteY196" fmla="*/ 387995 h 3828006"/>
                <a:gd name="connsiteX197" fmla="*/ 2588006 w 6357997"/>
                <a:gd name="connsiteY197" fmla="*/ 365516 h 3828006"/>
                <a:gd name="connsiteX198" fmla="*/ 2600444 w 6357997"/>
                <a:gd name="connsiteY198" fmla="*/ 343545 h 3828006"/>
                <a:gd name="connsiteX199" fmla="*/ 2612869 w 6357997"/>
                <a:gd name="connsiteY199" fmla="*/ 321968 h 3828006"/>
                <a:gd name="connsiteX200" fmla="*/ 2625344 w 6357997"/>
                <a:gd name="connsiteY200" fmla="*/ 300835 h 3828006"/>
                <a:gd name="connsiteX201" fmla="*/ 2637782 w 6357997"/>
                <a:gd name="connsiteY201" fmla="*/ 280337 h 3828006"/>
                <a:gd name="connsiteX202" fmla="*/ 2650207 w 6357997"/>
                <a:gd name="connsiteY202" fmla="*/ 260398 h 3828006"/>
                <a:gd name="connsiteX203" fmla="*/ 2662645 w 6357997"/>
                <a:gd name="connsiteY203" fmla="*/ 240902 h 3828006"/>
                <a:gd name="connsiteX204" fmla="*/ 2675120 w 6357997"/>
                <a:gd name="connsiteY204" fmla="*/ 222002 h 3828006"/>
                <a:gd name="connsiteX205" fmla="*/ 2687558 w 6357997"/>
                <a:gd name="connsiteY205" fmla="*/ 203796 h 3828006"/>
                <a:gd name="connsiteX206" fmla="*/ 2699983 w 6357997"/>
                <a:gd name="connsiteY206" fmla="*/ 186284 h 3828006"/>
                <a:gd name="connsiteX207" fmla="*/ 2712421 w 6357997"/>
                <a:gd name="connsiteY207" fmla="*/ 169316 h 3828006"/>
                <a:gd name="connsiteX208" fmla="*/ 2724896 w 6357997"/>
                <a:gd name="connsiteY208" fmla="*/ 153045 h 3828006"/>
                <a:gd name="connsiteX209" fmla="*/ 2737334 w 6357997"/>
                <a:gd name="connsiteY209" fmla="*/ 137467 h 3828006"/>
                <a:gd name="connsiteX210" fmla="*/ 2749759 w 6357997"/>
                <a:gd name="connsiteY210" fmla="*/ 122784 h 3828006"/>
                <a:gd name="connsiteX211" fmla="*/ 2762184 w 6357997"/>
                <a:gd name="connsiteY211" fmla="*/ 108793 h 3828006"/>
                <a:gd name="connsiteX212" fmla="*/ 2774622 w 6357997"/>
                <a:gd name="connsiteY212" fmla="*/ 95547 h 3828006"/>
                <a:gd name="connsiteX213" fmla="*/ 2787097 w 6357997"/>
                <a:gd name="connsiteY213" fmla="*/ 83045 h 3828006"/>
                <a:gd name="connsiteX214" fmla="*/ 2799535 w 6357997"/>
                <a:gd name="connsiteY214" fmla="*/ 71487 h 3828006"/>
                <a:gd name="connsiteX215" fmla="*/ 2811960 w 6357997"/>
                <a:gd name="connsiteY215" fmla="*/ 60820 h 3828006"/>
                <a:gd name="connsiteX216" fmla="*/ 2824398 w 6357997"/>
                <a:gd name="connsiteY216" fmla="*/ 50899 h 3828006"/>
                <a:gd name="connsiteX217" fmla="*/ 2836873 w 6357997"/>
                <a:gd name="connsiteY217" fmla="*/ 41770 h 3828006"/>
                <a:gd name="connsiteX218" fmla="*/ 2849311 w 6357997"/>
                <a:gd name="connsiteY218" fmla="*/ 33585 h 3828006"/>
                <a:gd name="connsiteX219" fmla="*/ 2861736 w 6357997"/>
                <a:gd name="connsiteY219" fmla="*/ 26392 h 3828006"/>
                <a:gd name="connsiteX220" fmla="*/ 2874161 w 6357997"/>
                <a:gd name="connsiteY220" fmla="*/ 19992 h 3828006"/>
                <a:gd name="connsiteX221" fmla="*/ 2886599 w 6357997"/>
                <a:gd name="connsiteY221" fmla="*/ 14436 h 3828006"/>
                <a:gd name="connsiteX222" fmla="*/ 2899074 w 6357997"/>
                <a:gd name="connsiteY222" fmla="*/ 9723 h 3828006"/>
                <a:gd name="connsiteX223" fmla="*/ 2911512 w 6357997"/>
                <a:gd name="connsiteY223" fmla="*/ 6053 h 3828006"/>
                <a:gd name="connsiteX224" fmla="*/ 2923937 w 6357997"/>
                <a:gd name="connsiteY224" fmla="*/ 3274 h 3828006"/>
                <a:gd name="connsiteX225" fmla="*/ 2936374 w 6357997"/>
                <a:gd name="connsiteY225" fmla="*/ 1340 h 3828006"/>
                <a:gd name="connsiteX226" fmla="*/ 2948850 w 6357997"/>
                <a:gd name="connsiteY226" fmla="*/ 198 h 3828006"/>
                <a:gd name="connsiteX227" fmla="*/ 2961288 w 6357997"/>
                <a:gd name="connsiteY227" fmla="*/ 0 h 3828006"/>
                <a:gd name="connsiteX228" fmla="*/ 2973713 w 6357997"/>
                <a:gd name="connsiteY228" fmla="*/ 843 h 3828006"/>
                <a:gd name="connsiteX229" fmla="*/ 2986138 w 6357997"/>
                <a:gd name="connsiteY229" fmla="*/ 2480 h 3828006"/>
                <a:gd name="connsiteX230" fmla="*/ 2998626 w 6357997"/>
                <a:gd name="connsiteY230" fmla="*/ 4911 h 3828006"/>
                <a:gd name="connsiteX231" fmla="*/ 3011051 w 6357997"/>
                <a:gd name="connsiteY231" fmla="*/ 8185 h 3828006"/>
                <a:gd name="connsiteX232" fmla="*/ 3023489 w 6357997"/>
                <a:gd name="connsiteY232" fmla="*/ 12502 h 3828006"/>
                <a:gd name="connsiteX233" fmla="*/ 3035914 w 6357997"/>
                <a:gd name="connsiteY233" fmla="*/ 17710 h 3828006"/>
                <a:gd name="connsiteX234" fmla="*/ 3048351 w 6357997"/>
                <a:gd name="connsiteY234" fmla="*/ 23664 h 3828006"/>
                <a:gd name="connsiteX235" fmla="*/ 3060827 w 6357997"/>
                <a:gd name="connsiteY235" fmla="*/ 30410 h 3828006"/>
                <a:gd name="connsiteX236" fmla="*/ 3073265 w 6357997"/>
                <a:gd name="connsiteY236" fmla="*/ 38100 h 3828006"/>
                <a:gd name="connsiteX237" fmla="*/ 3085690 w 6357997"/>
                <a:gd name="connsiteY237" fmla="*/ 46732 h 3828006"/>
                <a:gd name="connsiteX238" fmla="*/ 3098127 w 6357997"/>
                <a:gd name="connsiteY238" fmla="*/ 56158 h 3828006"/>
                <a:gd name="connsiteX239" fmla="*/ 3110603 w 6357997"/>
                <a:gd name="connsiteY239" fmla="*/ 66327 h 3828006"/>
                <a:gd name="connsiteX240" fmla="*/ 3123028 w 6357997"/>
                <a:gd name="connsiteY240" fmla="*/ 77291 h 3828006"/>
                <a:gd name="connsiteX241" fmla="*/ 3135466 w 6357997"/>
                <a:gd name="connsiteY241" fmla="*/ 89296 h 3828006"/>
                <a:gd name="connsiteX242" fmla="*/ 3147891 w 6357997"/>
                <a:gd name="connsiteY242" fmla="*/ 101996 h 3828006"/>
                <a:gd name="connsiteX243" fmla="*/ 3160379 w 6357997"/>
                <a:gd name="connsiteY243" fmla="*/ 115490 h 3828006"/>
                <a:gd name="connsiteX244" fmla="*/ 3172804 w 6357997"/>
                <a:gd name="connsiteY244" fmla="*/ 129678 h 3828006"/>
                <a:gd name="connsiteX245" fmla="*/ 3185242 w 6357997"/>
                <a:gd name="connsiteY245" fmla="*/ 144661 h 3828006"/>
                <a:gd name="connsiteX246" fmla="*/ 3197667 w 6357997"/>
                <a:gd name="connsiteY246" fmla="*/ 160536 h 3828006"/>
                <a:gd name="connsiteX247" fmla="*/ 3210104 w 6357997"/>
                <a:gd name="connsiteY247" fmla="*/ 177006 h 3828006"/>
                <a:gd name="connsiteX248" fmla="*/ 3222580 w 6357997"/>
                <a:gd name="connsiteY248" fmla="*/ 194170 h 3828006"/>
                <a:gd name="connsiteX249" fmla="*/ 3235005 w 6357997"/>
                <a:gd name="connsiteY249" fmla="*/ 211931 h 3828006"/>
                <a:gd name="connsiteX250" fmla="*/ 3247443 w 6357997"/>
                <a:gd name="connsiteY250" fmla="*/ 230534 h 3828006"/>
                <a:gd name="connsiteX251" fmla="*/ 3259868 w 6357997"/>
                <a:gd name="connsiteY251" fmla="*/ 249683 h 3828006"/>
                <a:gd name="connsiteX252" fmla="*/ 3272356 w 6357997"/>
                <a:gd name="connsiteY252" fmla="*/ 269377 h 3828006"/>
                <a:gd name="connsiteX253" fmla="*/ 3284781 w 6357997"/>
                <a:gd name="connsiteY253" fmla="*/ 289570 h 3828006"/>
                <a:gd name="connsiteX254" fmla="*/ 3297219 w 6357997"/>
                <a:gd name="connsiteY254" fmla="*/ 310309 h 3828006"/>
                <a:gd name="connsiteX255" fmla="*/ 3309644 w 6357997"/>
                <a:gd name="connsiteY255" fmla="*/ 331594 h 3828006"/>
                <a:gd name="connsiteX256" fmla="*/ 3322119 w 6357997"/>
                <a:gd name="connsiteY256" fmla="*/ 353273 h 3828006"/>
                <a:gd name="connsiteX257" fmla="*/ 3334557 w 6357997"/>
                <a:gd name="connsiteY257" fmla="*/ 375244 h 3828006"/>
                <a:gd name="connsiteX258" fmla="*/ 3346982 w 6357997"/>
                <a:gd name="connsiteY258" fmla="*/ 397622 h 3828006"/>
                <a:gd name="connsiteX259" fmla="*/ 3359420 w 6357997"/>
                <a:gd name="connsiteY259" fmla="*/ 420342 h 3828006"/>
                <a:gd name="connsiteX260" fmla="*/ 3371845 w 6357997"/>
                <a:gd name="connsiteY260" fmla="*/ 443304 h 3828006"/>
                <a:gd name="connsiteX261" fmla="*/ 3384333 w 6357997"/>
                <a:gd name="connsiteY261" fmla="*/ 466481 h 3828006"/>
                <a:gd name="connsiteX262" fmla="*/ 3396758 w 6357997"/>
                <a:gd name="connsiteY262" fmla="*/ 489798 h 3828006"/>
                <a:gd name="connsiteX263" fmla="*/ 3409195 w 6357997"/>
                <a:gd name="connsiteY263" fmla="*/ 513255 h 3828006"/>
                <a:gd name="connsiteX264" fmla="*/ 3421621 w 6357997"/>
                <a:gd name="connsiteY264" fmla="*/ 536826 h 3828006"/>
                <a:gd name="connsiteX265" fmla="*/ 3434109 w 6357997"/>
                <a:gd name="connsiteY265" fmla="*/ 560385 h 3828006"/>
                <a:gd name="connsiteX266" fmla="*/ 3446534 w 6357997"/>
                <a:gd name="connsiteY266" fmla="*/ 584007 h 3828006"/>
                <a:gd name="connsiteX267" fmla="*/ 3458959 w 6357997"/>
                <a:gd name="connsiteY267" fmla="*/ 607565 h 3828006"/>
                <a:gd name="connsiteX268" fmla="*/ 3471397 w 6357997"/>
                <a:gd name="connsiteY268" fmla="*/ 631086 h 3828006"/>
                <a:gd name="connsiteX269" fmla="*/ 3483822 w 6357997"/>
                <a:gd name="connsiteY269" fmla="*/ 654492 h 3828006"/>
                <a:gd name="connsiteX270" fmla="*/ 3496310 w 6357997"/>
                <a:gd name="connsiteY270" fmla="*/ 677809 h 3828006"/>
                <a:gd name="connsiteX271" fmla="*/ 3508735 w 6357997"/>
                <a:gd name="connsiteY271" fmla="*/ 701025 h 3828006"/>
                <a:gd name="connsiteX272" fmla="*/ 3521172 w 6357997"/>
                <a:gd name="connsiteY272" fmla="*/ 724050 h 3828006"/>
                <a:gd name="connsiteX273" fmla="*/ 3533598 w 6357997"/>
                <a:gd name="connsiteY273" fmla="*/ 746872 h 3828006"/>
                <a:gd name="connsiteX274" fmla="*/ 3546086 w 6357997"/>
                <a:gd name="connsiteY274" fmla="*/ 769541 h 3828006"/>
                <a:gd name="connsiteX275" fmla="*/ 3558511 w 6357997"/>
                <a:gd name="connsiteY275" fmla="*/ 792008 h 3828006"/>
                <a:gd name="connsiteX276" fmla="*/ 3570948 w 6357997"/>
                <a:gd name="connsiteY276" fmla="*/ 814283 h 3828006"/>
                <a:gd name="connsiteX277" fmla="*/ 3583373 w 6357997"/>
                <a:gd name="connsiteY277" fmla="*/ 836318 h 3828006"/>
                <a:gd name="connsiteX278" fmla="*/ 3595849 w 6357997"/>
                <a:gd name="connsiteY278" fmla="*/ 858187 h 3828006"/>
                <a:gd name="connsiteX279" fmla="*/ 3608287 w 6357997"/>
                <a:gd name="connsiteY279" fmla="*/ 879917 h 3828006"/>
                <a:gd name="connsiteX280" fmla="*/ 3620712 w 6357997"/>
                <a:gd name="connsiteY280" fmla="*/ 901456 h 3828006"/>
                <a:gd name="connsiteX281" fmla="*/ 3633149 w 6357997"/>
                <a:gd name="connsiteY281" fmla="*/ 922830 h 3828006"/>
                <a:gd name="connsiteX282" fmla="*/ 3645574 w 6357997"/>
                <a:gd name="connsiteY282" fmla="*/ 944065 h 3828006"/>
                <a:gd name="connsiteX283" fmla="*/ 3658063 w 6357997"/>
                <a:gd name="connsiteY283" fmla="*/ 965198 h 3828006"/>
                <a:gd name="connsiteX284" fmla="*/ 3670488 w 6357997"/>
                <a:gd name="connsiteY284" fmla="*/ 986229 h 3828006"/>
                <a:gd name="connsiteX285" fmla="*/ 3682925 w 6357997"/>
                <a:gd name="connsiteY285" fmla="*/ 1007222 h 3828006"/>
                <a:gd name="connsiteX286" fmla="*/ 3695350 w 6357997"/>
                <a:gd name="connsiteY286" fmla="*/ 1028151 h 3828006"/>
                <a:gd name="connsiteX287" fmla="*/ 3707826 w 6357997"/>
                <a:gd name="connsiteY287" fmla="*/ 1049145 h 3828006"/>
                <a:gd name="connsiteX288" fmla="*/ 3720264 w 6357997"/>
                <a:gd name="connsiteY288" fmla="*/ 1070125 h 3828006"/>
                <a:gd name="connsiteX289" fmla="*/ 3732689 w 6357997"/>
                <a:gd name="connsiteY289" fmla="*/ 1091156 h 3828006"/>
                <a:gd name="connsiteX290" fmla="*/ 3745126 w 6357997"/>
                <a:gd name="connsiteY290" fmla="*/ 1112340 h 3828006"/>
                <a:gd name="connsiteX291" fmla="*/ 3757602 w 6357997"/>
                <a:gd name="connsiteY291" fmla="*/ 1133676 h 3828006"/>
                <a:gd name="connsiteX292" fmla="*/ 3770040 w 6357997"/>
                <a:gd name="connsiteY292" fmla="*/ 1155151 h 3828006"/>
                <a:gd name="connsiteX293" fmla="*/ 3782465 w 6357997"/>
                <a:gd name="connsiteY293" fmla="*/ 1176830 h 3828006"/>
                <a:gd name="connsiteX294" fmla="*/ 3794902 w 6357997"/>
                <a:gd name="connsiteY294" fmla="*/ 1198763 h 3828006"/>
                <a:gd name="connsiteX295" fmla="*/ 3807327 w 6357997"/>
                <a:gd name="connsiteY295" fmla="*/ 1220988 h 3828006"/>
                <a:gd name="connsiteX296" fmla="*/ 3819803 w 6357997"/>
                <a:gd name="connsiteY296" fmla="*/ 1243505 h 3828006"/>
                <a:gd name="connsiteX297" fmla="*/ 3832241 w 6357997"/>
                <a:gd name="connsiteY297" fmla="*/ 1266327 h 3828006"/>
                <a:gd name="connsiteX298" fmla="*/ 3844666 w 6357997"/>
                <a:gd name="connsiteY298" fmla="*/ 1289492 h 3828006"/>
                <a:gd name="connsiteX299" fmla="*/ 3857103 w 6357997"/>
                <a:gd name="connsiteY299" fmla="*/ 1313165 h 3828006"/>
                <a:gd name="connsiteX300" fmla="*/ 3869579 w 6357997"/>
                <a:gd name="connsiteY300" fmla="*/ 1337168 h 3828006"/>
                <a:gd name="connsiteX301" fmla="*/ 3882017 w 6357997"/>
                <a:gd name="connsiteY301" fmla="*/ 1361577 h 3828006"/>
                <a:gd name="connsiteX302" fmla="*/ 3894442 w 6357997"/>
                <a:gd name="connsiteY302" fmla="*/ 1386380 h 3828006"/>
                <a:gd name="connsiteX303" fmla="*/ 3906879 w 6357997"/>
                <a:gd name="connsiteY303" fmla="*/ 1411679 h 3828006"/>
                <a:gd name="connsiteX304" fmla="*/ 3919355 w 6357997"/>
                <a:gd name="connsiteY304" fmla="*/ 1437536 h 3828006"/>
                <a:gd name="connsiteX305" fmla="*/ 3931780 w 6357997"/>
                <a:gd name="connsiteY305" fmla="*/ 1463774 h 3828006"/>
                <a:gd name="connsiteX306" fmla="*/ 3944218 w 6357997"/>
                <a:gd name="connsiteY306" fmla="*/ 1490470 h 3828006"/>
                <a:gd name="connsiteX307" fmla="*/ 3956643 w 6357997"/>
                <a:gd name="connsiteY307" fmla="*/ 1517546 h 3828006"/>
                <a:gd name="connsiteX308" fmla="*/ 3969080 w 6357997"/>
                <a:gd name="connsiteY308" fmla="*/ 1545232 h 3828006"/>
                <a:gd name="connsiteX309" fmla="*/ 3981556 w 6357997"/>
                <a:gd name="connsiteY309" fmla="*/ 1573362 h 3828006"/>
                <a:gd name="connsiteX310" fmla="*/ 3993993 w 6357997"/>
                <a:gd name="connsiteY310" fmla="*/ 1601836 h 3828006"/>
                <a:gd name="connsiteX311" fmla="*/ 4006419 w 6357997"/>
                <a:gd name="connsiteY311" fmla="*/ 1630716 h 3828006"/>
                <a:gd name="connsiteX312" fmla="*/ 4018856 w 6357997"/>
                <a:gd name="connsiteY312" fmla="*/ 1660027 h 3828006"/>
                <a:gd name="connsiteX313" fmla="*/ 4031332 w 6357997"/>
                <a:gd name="connsiteY313" fmla="*/ 1689745 h 3828006"/>
                <a:gd name="connsiteX314" fmla="*/ 4043757 w 6357997"/>
                <a:gd name="connsiteY314" fmla="*/ 1719806 h 3828006"/>
                <a:gd name="connsiteX315" fmla="*/ 4056195 w 6357997"/>
                <a:gd name="connsiteY315" fmla="*/ 1750121 h 3828006"/>
                <a:gd name="connsiteX316" fmla="*/ 4068620 w 6357997"/>
                <a:gd name="connsiteY316" fmla="*/ 1780677 h 3828006"/>
                <a:gd name="connsiteX317" fmla="*/ 4081057 w 6357997"/>
                <a:gd name="connsiteY317" fmla="*/ 1811589 h 3828006"/>
                <a:gd name="connsiteX318" fmla="*/ 4093533 w 6357997"/>
                <a:gd name="connsiteY318" fmla="*/ 1842640 h 3828006"/>
                <a:gd name="connsiteX319" fmla="*/ 4105970 w 6357997"/>
                <a:gd name="connsiteY319" fmla="*/ 1873844 h 3828006"/>
                <a:gd name="connsiteX320" fmla="*/ 4118396 w 6357997"/>
                <a:gd name="connsiteY320" fmla="*/ 1905150 h 3828006"/>
                <a:gd name="connsiteX321" fmla="*/ 4130833 w 6357997"/>
                <a:gd name="connsiteY321" fmla="*/ 1936506 h 3828006"/>
                <a:gd name="connsiteX322" fmla="*/ 4143309 w 6357997"/>
                <a:gd name="connsiteY322" fmla="*/ 1967901 h 3828006"/>
                <a:gd name="connsiteX323" fmla="*/ 4155734 w 6357997"/>
                <a:gd name="connsiteY323" fmla="*/ 1999257 h 3828006"/>
                <a:gd name="connsiteX324" fmla="*/ 4168171 w 6357997"/>
                <a:gd name="connsiteY324" fmla="*/ 2030562 h 3828006"/>
                <a:gd name="connsiteX325" fmla="*/ 4180597 w 6357997"/>
                <a:gd name="connsiteY325" fmla="*/ 2061715 h 3828006"/>
                <a:gd name="connsiteX326" fmla="*/ 4193085 w 6357997"/>
                <a:gd name="connsiteY326" fmla="*/ 2092678 h 3828006"/>
                <a:gd name="connsiteX327" fmla="*/ 4205510 w 6357997"/>
                <a:gd name="connsiteY327" fmla="*/ 2123374 h 3828006"/>
                <a:gd name="connsiteX328" fmla="*/ 4217947 w 6357997"/>
                <a:gd name="connsiteY328" fmla="*/ 2153892 h 3828006"/>
                <a:gd name="connsiteX329" fmla="*/ 4230373 w 6357997"/>
                <a:gd name="connsiteY329" fmla="*/ 2184055 h 3828006"/>
                <a:gd name="connsiteX330" fmla="*/ 4242810 w 6357997"/>
                <a:gd name="connsiteY330" fmla="*/ 2213773 h 3828006"/>
                <a:gd name="connsiteX331" fmla="*/ 4255286 w 6357997"/>
                <a:gd name="connsiteY331" fmla="*/ 2243084 h 3828006"/>
                <a:gd name="connsiteX332" fmla="*/ 4267723 w 6357997"/>
                <a:gd name="connsiteY332" fmla="*/ 2271964 h 3828006"/>
                <a:gd name="connsiteX333" fmla="*/ 4280149 w 6357997"/>
                <a:gd name="connsiteY333" fmla="*/ 2300387 h 3828006"/>
                <a:gd name="connsiteX334" fmla="*/ 4292574 w 6357997"/>
                <a:gd name="connsiteY334" fmla="*/ 2328314 h 3828006"/>
                <a:gd name="connsiteX335" fmla="*/ 4305062 w 6357997"/>
                <a:gd name="connsiteY335" fmla="*/ 2355555 h 3828006"/>
                <a:gd name="connsiteX336" fmla="*/ 4317487 w 6357997"/>
                <a:gd name="connsiteY336" fmla="*/ 2382238 h 3828006"/>
                <a:gd name="connsiteX337" fmla="*/ 4329924 w 6357997"/>
                <a:gd name="connsiteY337" fmla="*/ 2408337 h 3828006"/>
                <a:gd name="connsiteX338" fmla="*/ 4342350 w 6357997"/>
                <a:gd name="connsiteY338" fmla="*/ 2433889 h 3828006"/>
                <a:gd name="connsiteX339" fmla="*/ 4354838 w 6357997"/>
                <a:gd name="connsiteY339" fmla="*/ 2458692 h 3828006"/>
                <a:gd name="connsiteX340" fmla="*/ 4367263 w 6357997"/>
                <a:gd name="connsiteY340" fmla="*/ 2482797 h 3828006"/>
                <a:gd name="connsiteX341" fmla="*/ 4379700 w 6357997"/>
                <a:gd name="connsiteY341" fmla="*/ 2506317 h 3828006"/>
                <a:gd name="connsiteX342" fmla="*/ 4392125 w 6357997"/>
                <a:gd name="connsiteY342" fmla="*/ 2529190 h 3828006"/>
                <a:gd name="connsiteX343" fmla="*/ 4404563 w 6357997"/>
                <a:gd name="connsiteY343" fmla="*/ 2551466 h 3828006"/>
                <a:gd name="connsiteX344" fmla="*/ 4417039 w 6357997"/>
                <a:gd name="connsiteY344" fmla="*/ 2572891 h 3828006"/>
                <a:gd name="connsiteX345" fmla="*/ 4429464 w 6357997"/>
                <a:gd name="connsiteY345" fmla="*/ 2593731 h 3828006"/>
                <a:gd name="connsiteX346" fmla="*/ 4441901 w 6357997"/>
                <a:gd name="connsiteY346" fmla="*/ 2614013 h 3828006"/>
                <a:gd name="connsiteX347" fmla="*/ 4454326 w 6357997"/>
                <a:gd name="connsiteY347" fmla="*/ 2633762 h 3828006"/>
                <a:gd name="connsiteX348" fmla="*/ 4466815 w 6357997"/>
                <a:gd name="connsiteY348" fmla="*/ 2652812 h 3828006"/>
                <a:gd name="connsiteX349" fmla="*/ 4479240 w 6357997"/>
                <a:gd name="connsiteY349" fmla="*/ 2671265 h 3828006"/>
                <a:gd name="connsiteX350" fmla="*/ 4491677 w 6357997"/>
                <a:gd name="connsiteY350" fmla="*/ 2689223 h 3828006"/>
                <a:gd name="connsiteX351" fmla="*/ 4504102 w 6357997"/>
                <a:gd name="connsiteY351" fmla="*/ 2706787 h 3828006"/>
                <a:gd name="connsiteX352" fmla="*/ 4516578 w 6357997"/>
                <a:gd name="connsiteY352" fmla="*/ 2723805 h 3828006"/>
                <a:gd name="connsiteX353" fmla="*/ 4529016 w 6357997"/>
                <a:gd name="connsiteY353" fmla="*/ 2740327 h 3828006"/>
                <a:gd name="connsiteX354" fmla="*/ 4541441 w 6357997"/>
                <a:gd name="connsiteY354" fmla="*/ 2756444 h 3828006"/>
                <a:gd name="connsiteX355" fmla="*/ 4553878 w 6357997"/>
                <a:gd name="connsiteY355" fmla="*/ 2772268 h 3828006"/>
                <a:gd name="connsiteX356" fmla="*/ 4566303 w 6357997"/>
                <a:gd name="connsiteY356" fmla="*/ 2787749 h 3828006"/>
                <a:gd name="connsiteX357" fmla="*/ 4578792 w 6357997"/>
                <a:gd name="connsiteY357" fmla="*/ 2802824 h 3828006"/>
                <a:gd name="connsiteX358" fmla="*/ 4591217 w 6357997"/>
                <a:gd name="connsiteY358" fmla="*/ 2817658 h 3828006"/>
                <a:gd name="connsiteX359" fmla="*/ 4603654 w 6357997"/>
                <a:gd name="connsiteY359" fmla="*/ 2832301 h 3828006"/>
                <a:gd name="connsiteX360" fmla="*/ 4616079 w 6357997"/>
                <a:gd name="connsiteY360" fmla="*/ 2846690 h 3828006"/>
                <a:gd name="connsiteX361" fmla="*/ 4628555 w 6357997"/>
                <a:gd name="connsiteY361" fmla="*/ 2860876 h 3828006"/>
                <a:gd name="connsiteX362" fmla="*/ 4640993 w 6357997"/>
                <a:gd name="connsiteY362" fmla="*/ 2874859 h 3828006"/>
                <a:gd name="connsiteX363" fmla="*/ 4653418 w 6357997"/>
                <a:gd name="connsiteY363" fmla="*/ 2888752 h 3828006"/>
                <a:gd name="connsiteX364" fmla="*/ 4665855 w 6357997"/>
                <a:gd name="connsiteY364" fmla="*/ 2902494 h 3828006"/>
                <a:gd name="connsiteX365" fmla="*/ 4678280 w 6357997"/>
                <a:gd name="connsiteY365" fmla="*/ 2916083 h 3828006"/>
                <a:gd name="connsiteX366" fmla="*/ 4690769 w 6357997"/>
                <a:gd name="connsiteY366" fmla="*/ 2929634 h 3828006"/>
                <a:gd name="connsiteX367" fmla="*/ 4703194 w 6357997"/>
                <a:gd name="connsiteY367" fmla="*/ 2943032 h 3828006"/>
                <a:gd name="connsiteX368" fmla="*/ 4715631 w 6357997"/>
                <a:gd name="connsiteY368" fmla="*/ 2956367 h 3828006"/>
                <a:gd name="connsiteX369" fmla="*/ 4728056 w 6357997"/>
                <a:gd name="connsiteY369" fmla="*/ 2969613 h 3828006"/>
                <a:gd name="connsiteX370" fmla="*/ 4740544 w 6357997"/>
                <a:gd name="connsiteY370" fmla="*/ 2982809 h 3828006"/>
                <a:gd name="connsiteX371" fmla="*/ 4752970 w 6357997"/>
                <a:gd name="connsiteY371" fmla="*/ 2995915 h 3828006"/>
                <a:gd name="connsiteX372" fmla="*/ 4765395 w 6357997"/>
                <a:gd name="connsiteY372" fmla="*/ 3008958 h 3828006"/>
                <a:gd name="connsiteX373" fmla="*/ 4777832 w 6357997"/>
                <a:gd name="connsiteY373" fmla="*/ 3021899 h 3828006"/>
                <a:gd name="connsiteX374" fmla="*/ 4790308 w 6357997"/>
                <a:gd name="connsiteY374" fmla="*/ 3034802 h 3828006"/>
                <a:gd name="connsiteX375" fmla="*/ 4802745 w 6357997"/>
                <a:gd name="connsiteY375" fmla="*/ 3047604 h 3828006"/>
                <a:gd name="connsiteX376" fmla="*/ 4815171 w 6357997"/>
                <a:gd name="connsiteY376" fmla="*/ 3060304 h 3828006"/>
                <a:gd name="connsiteX377" fmla="*/ 4827608 w 6357997"/>
                <a:gd name="connsiteY377" fmla="*/ 3072902 h 3828006"/>
                <a:gd name="connsiteX378" fmla="*/ 4840033 w 6357997"/>
                <a:gd name="connsiteY378" fmla="*/ 3085399 h 3828006"/>
                <a:gd name="connsiteX379" fmla="*/ 4852521 w 6357997"/>
                <a:gd name="connsiteY379" fmla="*/ 3097807 h 3828006"/>
                <a:gd name="connsiteX380" fmla="*/ 4864947 w 6357997"/>
                <a:gd name="connsiteY380" fmla="*/ 3110062 h 3828006"/>
                <a:gd name="connsiteX381" fmla="*/ 4877372 w 6357997"/>
                <a:gd name="connsiteY381" fmla="*/ 3122216 h 3828006"/>
                <a:gd name="connsiteX382" fmla="*/ 4889809 w 6357997"/>
                <a:gd name="connsiteY382" fmla="*/ 3134218 h 3828006"/>
                <a:gd name="connsiteX383" fmla="*/ 4902285 w 6357997"/>
                <a:gd name="connsiteY383" fmla="*/ 3146080 h 3828006"/>
                <a:gd name="connsiteX384" fmla="*/ 4914722 w 6357997"/>
                <a:gd name="connsiteY384" fmla="*/ 3157789 h 3828006"/>
                <a:gd name="connsiteX385" fmla="*/ 4927148 w 6357997"/>
                <a:gd name="connsiteY385" fmla="*/ 3169346 h 3828006"/>
                <a:gd name="connsiteX386" fmla="*/ 4939585 w 6357997"/>
                <a:gd name="connsiteY386" fmla="*/ 3180751 h 3828006"/>
                <a:gd name="connsiteX387" fmla="*/ 4952061 w 6357997"/>
                <a:gd name="connsiteY387" fmla="*/ 3192016 h 3828006"/>
                <a:gd name="connsiteX388" fmla="*/ 4964498 w 6357997"/>
                <a:gd name="connsiteY388" fmla="*/ 3203077 h 3828006"/>
                <a:gd name="connsiteX389" fmla="*/ 4976923 w 6357997"/>
                <a:gd name="connsiteY389" fmla="*/ 3213948 h 3828006"/>
                <a:gd name="connsiteX390" fmla="*/ 4989349 w 6357997"/>
                <a:gd name="connsiteY390" fmla="*/ 3224655 h 3828006"/>
                <a:gd name="connsiteX391" fmla="*/ 5001786 w 6357997"/>
                <a:gd name="connsiteY391" fmla="*/ 3235221 h 3828006"/>
                <a:gd name="connsiteX392" fmla="*/ 5014262 w 6357997"/>
                <a:gd name="connsiteY392" fmla="*/ 3245597 h 3828006"/>
                <a:gd name="connsiteX393" fmla="*/ 5026699 w 6357997"/>
                <a:gd name="connsiteY393" fmla="*/ 3255769 h 3828006"/>
                <a:gd name="connsiteX394" fmla="*/ 5039124 w 6357997"/>
                <a:gd name="connsiteY394" fmla="*/ 3265739 h 3828006"/>
                <a:gd name="connsiteX395" fmla="*/ 5051562 w 6357997"/>
                <a:gd name="connsiteY395" fmla="*/ 3275556 h 3828006"/>
                <a:gd name="connsiteX396" fmla="*/ 5064038 w 6357997"/>
                <a:gd name="connsiteY396" fmla="*/ 3285183 h 3828006"/>
                <a:gd name="connsiteX397" fmla="*/ 5076475 w 6357997"/>
                <a:gd name="connsiteY397" fmla="*/ 3294606 h 3828006"/>
                <a:gd name="connsiteX398" fmla="*/ 5088900 w 6357997"/>
                <a:gd name="connsiteY398" fmla="*/ 3303788 h 3828006"/>
                <a:gd name="connsiteX399" fmla="*/ 5101338 w 6357997"/>
                <a:gd name="connsiteY399" fmla="*/ 3312818 h 3828006"/>
                <a:gd name="connsiteX400" fmla="*/ 5113814 w 6357997"/>
                <a:gd name="connsiteY400" fmla="*/ 3321695 h 3828006"/>
                <a:gd name="connsiteX401" fmla="*/ 5126239 w 6357997"/>
                <a:gd name="connsiteY401" fmla="*/ 3330382 h 3828006"/>
                <a:gd name="connsiteX402" fmla="*/ 5138676 w 6357997"/>
                <a:gd name="connsiteY402" fmla="*/ 3338815 h 3828006"/>
                <a:gd name="connsiteX403" fmla="*/ 5151101 w 6357997"/>
                <a:gd name="connsiteY403" fmla="*/ 3347095 h 3828006"/>
                <a:gd name="connsiteX404" fmla="*/ 5163539 w 6357997"/>
                <a:gd name="connsiteY404" fmla="*/ 3355236 h 3828006"/>
                <a:gd name="connsiteX405" fmla="*/ 5176015 w 6357997"/>
                <a:gd name="connsiteY405" fmla="*/ 3363173 h 3828006"/>
                <a:gd name="connsiteX406" fmla="*/ 5188452 w 6357997"/>
                <a:gd name="connsiteY406" fmla="*/ 3370908 h 3828006"/>
                <a:gd name="connsiteX407" fmla="*/ 5200877 w 6357997"/>
                <a:gd name="connsiteY407" fmla="*/ 3378451 h 3828006"/>
                <a:gd name="connsiteX408" fmla="*/ 5213315 w 6357997"/>
                <a:gd name="connsiteY408" fmla="*/ 3385843 h 3828006"/>
                <a:gd name="connsiteX409" fmla="*/ 5225791 w 6357997"/>
                <a:gd name="connsiteY409" fmla="*/ 3393082 h 3828006"/>
                <a:gd name="connsiteX410" fmla="*/ 5238216 w 6357997"/>
                <a:gd name="connsiteY410" fmla="*/ 3400130 h 3828006"/>
                <a:gd name="connsiteX411" fmla="*/ 5250653 w 6357997"/>
                <a:gd name="connsiteY411" fmla="*/ 3407026 h 3828006"/>
                <a:gd name="connsiteX412" fmla="*/ 5263078 w 6357997"/>
                <a:gd name="connsiteY412" fmla="*/ 3413821 h 3828006"/>
                <a:gd name="connsiteX413" fmla="*/ 5275516 w 6357997"/>
                <a:gd name="connsiteY413" fmla="*/ 3420463 h 3828006"/>
                <a:gd name="connsiteX414" fmla="*/ 5287992 w 6357997"/>
                <a:gd name="connsiteY414" fmla="*/ 3426966 h 3828006"/>
                <a:gd name="connsiteX415" fmla="*/ 5300429 w 6357997"/>
                <a:gd name="connsiteY415" fmla="*/ 3433366 h 3828006"/>
                <a:gd name="connsiteX416" fmla="*/ 5312854 w 6357997"/>
                <a:gd name="connsiteY416" fmla="*/ 3439666 h 3828006"/>
                <a:gd name="connsiteX417" fmla="*/ 5325292 w 6357997"/>
                <a:gd name="connsiteY417" fmla="*/ 3445863 h 3828006"/>
                <a:gd name="connsiteX418" fmla="*/ 5337768 w 6357997"/>
                <a:gd name="connsiteY418" fmla="*/ 3451972 h 3828006"/>
                <a:gd name="connsiteX419" fmla="*/ 5350193 w 6357997"/>
                <a:gd name="connsiteY419" fmla="*/ 3458017 h 3828006"/>
                <a:gd name="connsiteX420" fmla="*/ 5375055 w 6357997"/>
                <a:gd name="connsiteY420" fmla="*/ 3470031 h 3828006"/>
                <a:gd name="connsiteX421" fmla="*/ 5387543 w 6357997"/>
                <a:gd name="connsiteY421" fmla="*/ 3475975 h 3828006"/>
                <a:gd name="connsiteX422" fmla="*/ 5424831 w 6357997"/>
                <a:gd name="connsiteY422" fmla="*/ 3493844 h 3828006"/>
                <a:gd name="connsiteX423" fmla="*/ 5437269 w 6357997"/>
                <a:gd name="connsiteY423" fmla="*/ 3499838 h 3828006"/>
                <a:gd name="connsiteX424" fmla="*/ 5449745 w 6357997"/>
                <a:gd name="connsiteY424" fmla="*/ 3505896 h 3828006"/>
                <a:gd name="connsiteX425" fmla="*/ 5462170 w 6357997"/>
                <a:gd name="connsiteY425" fmla="*/ 3511941 h 3828006"/>
                <a:gd name="connsiteX426" fmla="*/ 5474607 w 6357997"/>
                <a:gd name="connsiteY426" fmla="*/ 3518151 h 3828006"/>
                <a:gd name="connsiteX427" fmla="*/ 5487032 w 6357997"/>
                <a:gd name="connsiteY427" fmla="*/ 3524400 h 3828006"/>
                <a:gd name="connsiteX428" fmla="*/ 5499520 w 6357997"/>
                <a:gd name="connsiteY428" fmla="*/ 3530699 h 3828006"/>
                <a:gd name="connsiteX429" fmla="*/ 5511946 w 6357997"/>
                <a:gd name="connsiteY429" fmla="*/ 3537100 h 3828006"/>
                <a:gd name="connsiteX430" fmla="*/ 5524383 w 6357997"/>
                <a:gd name="connsiteY430" fmla="*/ 3543653 h 3828006"/>
                <a:gd name="connsiteX431" fmla="*/ 5536808 w 6357997"/>
                <a:gd name="connsiteY431" fmla="*/ 3550244 h 3828006"/>
                <a:gd name="connsiteX432" fmla="*/ 5549296 w 6357997"/>
                <a:gd name="connsiteY432" fmla="*/ 3556988 h 3828006"/>
                <a:gd name="connsiteX433" fmla="*/ 5561721 w 6357997"/>
                <a:gd name="connsiteY433" fmla="*/ 3563783 h 3828006"/>
                <a:gd name="connsiteX434" fmla="*/ 5574159 w 6357997"/>
                <a:gd name="connsiteY434" fmla="*/ 3570679 h 3828006"/>
                <a:gd name="connsiteX435" fmla="*/ 5586584 w 6357997"/>
                <a:gd name="connsiteY435" fmla="*/ 3577727 h 3828006"/>
                <a:gd name="connsiteX436" fmla="*/ 5599009 w 6357997"/>
                <a:gd name="connsiteY436" fmla="*/ 3584826 h 3828006"/>
                <a:gd name="connsiteX437" fmla="*/ 5611497 w 6357997"/>
                <a:gd name="connsiteY437" fmla="*/ 3592015 h 3828006"/>
                <a:gd name="connsiteX438" fmla="*/ 5623922 w 6357997"/>
                <a:gd name="connsiteY438" fmla="*/ 3599254 h 3828006"/>
                <a:gd name="connsiteX439" fmla="*/ 5648785 w 6357997"/>
                <a:gd name="connsiteY439" fmla="*/ 3614049 h 3828006"/>
                <a:gd name="connsiteX440" fmla="*/ 5661273 w 6357997"/>
                <a:gd name="connsiteY440" fmla="*/ 3621530 h 3828006"/>
                <a:gd name="connsiteX441" fmla="*/ 5686136 w 6357997"/>
                <a:gd name="connsiteY441" fmla="*/ 3636516 h 3828006"/>
                <a:gd name="connsiteX442" fmla="*/ 5698561 w 6357997"/>
                <a:gd name="connsiteY442" fmla="*/ 3644059 h 3828006"/>
                <a:gd name="connsiteX443" fmla="*/ 5711037 w 6357997"/>
                <a:gd name="connsiteY443" fmla="*/ 3651603 h 3828006"/>
                <a:gd name="connsiteX444" fmla="*/ 5723474 w 6357997"/>
                <a:gd name="connsiteY444" fmla="*/ 3659134 h 3828006"/>
                <a:gd name="connsiteX445" fmla="*/ 5748337 w 6357997"/>
                <a:gd name="connsiteY445" fmla="*/ 3674019 h 3828006"/>
                <a:gd name="connsiteX446" fmla="*/ 5760762 w 6357997"/>
                <a:gd name="connsiteY446" fmla="*/ 3681359 h 3828006"/>
                <a:gd name="connsiteX447" fmla="*/ 5773250 w 6357997"/>
                <a:gd name="connsiteY447" fmla="*/ 3688649 h 3828006"/>
                <a:gd name="connsiteX448" fmla="*/ 5785675 w 6357997"/>
                <a:gd name="connsiteY448" fmla="*/ 3695850 h 3828006"/>
                <a:gd name="connsiteX449" fmla="*/ 5798113 w 6357997"/>
                <a:gd name="connsiteY449" fmla="*/ 3702949 h 3828006"/>
                <a:gd name="connsiteX450" fmla="*/ 5810538 w 6357997"/>
                <a:gd name="connsiteY450" fmla="*/ 3709833 h 3828006"/>
                <a:gd name="connsiteX451" fmla="*/ 5823014 w 6357997"/>
                <a:gd name="connsiteY451" fmla="*/ 3716640 h 3828006"/>
                <a:gd name="connsiteX452" fmla="*/ 5835451 w 6357997"/>
                <a:gd name="connsiteY452" fmla="*/ 3723282 h 3828006"/>
                <a:gd name="connsiteX453" fmla="*/ 5847876 w 6357997"/>
                <a:gd name="connsiteY453" fmla="*/ 3729784 h 3828006"/>
                <a:gd name="connsiteX454" fmla="*/ 5860314 w 6357997"/>
                <a:gd name="connsiteY454" fmla="*/ 3736033 h 3828006"/>
                <a:gd name="connsiteX455" fmla="*/ 5872739 w 6357997"/>
                <a:gd name="connsiteY455" fmla="*/ 3742129 h 3828006"/>
                <a:gd name="connsiteX456" fmla="*/ 5885227 w 6357997"/>
                <a:gd name="connsiteY456" fmla="*/ 3748034 h 3828006"/>
                <a:gd name="connsiteX457" fmla="*/ 5897652 w 6357997"/>
                <a:gd name="connsiteY457" fmla="*/ 3753749 h 3828006"/>
                <a:gd name="connsiteX458" fmla="*/ 5910090 w 6357997"/>
                <a:gd name="connsiteY458" fmla="*/ 3759147 h 3828006"/>
                <a:gd name="connsiteX459" fmla="*/ 5922515 w 6357997"/>
                <a:gd name="connsiteY459" fmla="*/ 3764354 h 3828006"/>
                <a:gd name="connsiteX460" fmla="*/ 5934991 w 6357997"/>
                <a:gd name="connsiteY460" fmla="*/ 3769370 h 3828006"/>
                <a:gd name="connsiteX461" fmla="*/ 5947429 w 6357997"/>
                <a:gd name="connsiteY461" fmla="*/ 3774133 h 3828006"/>
                <a:gd name="connsiteX462" fmla="*/ 5959853 w 6357997"/>
                <a:gd name="connsiteY462" fmla="*/ 3778692 h 3828006"/>
                <a:gd name="connsiteX463" fmla="*/ 5972291 w 6357997"/>
                <a:gd name="connsiteY463" fmla="*/ 3782909 h 3828006"/>
                <a:gd name="connsiteX464" fmla="*/ 5984766 w 6357997"/>
                <a:gd name="connsiteY464" fmla="*/ 3786934 h 3828006"/>
                <a:gd name="connsiteX465" fmla="*/ 5997204 w 6357997"/>
                <a:gd name="connsiteY465" fmla="*/ 3790757 h 3828006"/>
                <a:gd name="connsiteX466" fmla="*/ 6009629 w 6357997"/>
                <a:gd name="connsiteY466" fmla="*/ 3794326 h 3828006"/>
                <a:gd name="connsiteX467" fmla="*/ 6022067 w 6357997"/>
                <a:gd name="connsiteY467" fmla="*/ 3797602 h 3828006"/>
                <a:gd name="connsiteX468" fmla="*/ 6034491 w 6357997"/>
                <a:gd name="connsiteY468" fmla="*/ 3800676 h 3828006"/>
                <a:gd name="connsiteX469" fmla="*/ 6046967 w 6357997"/>
                <a:gd name="connsiteY469" fmla="*/ 3803495 h 3828006"/>
                <a:gd name="connsiteX470" fmla="*/ 6059405 w 6357997"/>
                <a:gd name="connsiteY470" fmla="*/ 3806124 h 3828006"/>
                <a:gd name="connsiteX471" fmla="*/ 6071830 w 6357997"/>
                <a:gd name="connsiteY471" fmla="*/ 3808562 h 3828006"/>
                <a:gd name="connsiteX472" fmla="*/ 6084268 w 6357997"/>
                <a:gd name="connsiteY472" fmla="*/ 3810747 h 3828006"/>
                <a:gd name="connsiteX473" fmla="*/ 6096744 w 6357997"/>
                <a:gd name="connsiteY473" fmla="*/ 3812728 h 3828006"/>
                <a:gd name="connsiteX474" fmla="*/ 6109181 w 6357997"/>
                <a:gd name="connsiteY474" fmla="*/ 3814569 h 3828006"/>
                <a:gd name="connsiteX475" fmla="*/ 6121606 w 6357997"/>
                <a:gd name="connsiteY475" fmla="*/ 3816195 h 3828006"/>
                <a:gd name="connsiteX476" fmla="*/ 6134044 w 6357997"/>
                <a:gd name="connsiteY476" fmla="*/ 3817643 h 3828006"/>
                <a:gd name="connsiteX477" fmla="*/ 6146519 w 6357997"/>
                <a:gd name="connsiteY477" fmla="*/ 3818977 h 3828006"/>
                <a:gd name="connsiteX478" fmla="*/ 6158945 w 6357997"/>
                <a:gd name="connsiteY478" fmla="*/ 3820119 h 3828006"/>
                <a:gd name="connsiteX479" fmla="*/ 6171382 w 6357997"/>
                <a:gd name="connsiteY479" fmla="*/ 3821161 h 3828006"/>
                <a:gd name="connsiteX480" fmla="*/ 6183807 w 6357997"/>
                <a:gd name="connsiteY480" fmla="*/ 3822050 h 3828006"/>
                <a:gd name="connsiteX481" fmla="*/ 6196245 w 6357997"/>
                <a:gd name="connsiteY481" fmla="*/ 3822850 h 3828006"/>
                <a:gd name="connsiteX482" fmla="*/ 6208720 w 6357997"/>
                <a:gd name="connsiteY482" fmla="*/ 3823548 h 3828006"/>
                <a:gd name="connsiteX483" fmla="*/ 6221158 w 6357997"/>
                <a:gd name="connsiteY483" fmla="*/ 3824184 h 3828006"/>
                <a:gd name="connsiteX484" fmla="*/ 6246021 w 6357997"/>
                <a:gd name="connsiteY484" fmla="*/ 3825174 h 3828006"/>
                <a:gd name="connsiteX485" fmla="*/ 6258496 w 6357997"/>
                <a:gd name="connsiteY485" fmla="*/ 3825580 h 3828006"/>
                <a:gd name="connsiteX486" fmla="*/ 6283359 w 6357997"/>
                <a:gd name="connsiteY486" fmla="*/ 3826266 h 3828006"/>
                <a:gd name="connsiteX487" fmla="*/ 6295784 w 6357997"/>
                <a:gd name="connsiteY487" fmla="*/ 3826571 h 3828006"/>
                <a:gd name="connsiteX488" fmla="*/ 6308273 w 6357997"/>
                <a:gd name="connsiteY488" fmla="*/ 3826863 h 3828006"/>
                <a:gd name="connsiteX489" fmla="*/ 6320697 w 6357997"/>
                <a:gd name="connsiteY489" fmla="*/ 3827168 h 3828006"/>
                <a:gd name="connsiteX490" fmla="*/ 6333135 w 6357997"/>
                <a:gd name="connsiteY490" fmla="*/ 3827409 h 3828006"/>
                <a:gd name="connsiteX491" fmla="*/ 6357998 w 6357997"/>
                <a:gd name="connsiteY491" fmla="*/ 3828006 h 3828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</a:cxnLst>
              <a:rect l="l" t="t" r="r" b="b"/>
              <a:pathLst>
                <a:path w="6357997" h="3828006">
                  <a:moveTo>
                    <a:pt x="0" y="3778451"/>
                  </a:moveTo>
                  <a:lnTo>
                    <a:pt x="12480" y="3775466"/>
                  </a:lnTo>
                  <a:lnTo>
                    <a:pt x="49772" y="3766538"/>
                  </a:lnTo>
                  <a:lnTo>
                    <a:pt x="62203" y="3763617"/>
                  </a:lnTo>
                  <a:lnTo>
                    <a:pt x="74684" y="3760633"/>
                  </a:lnTo>
                  <a:lnTo>
                    <a:pt x="87114" y="3757762"/>
                  </a:lnTo>
                  <a:lnTo>
                    <a:pt x="99546" y="3754829"/>
                  </a:lnTo>
                  <a:lnTo>
                    <a:pt x="111977" y="3751959"/>
                  </a:lnTo>
                  <a:lnTo>
                    <a:pt x="124458" y="3749076"/>
                  </a:lnTo>
                  <a:lnTo>
                    <a:pt x="136888" y="3746256"/>
                  </a:lnTo>
                  <a:lnTo>
                    <a:pt x="149319" y="3743373"/>
                  </a:lnTo>
                  <a:lnTo>
                    <a:pt x="161750" y="3740541"/>
                  </a:lnTo>
                  <a:lnTo>
                    <a:pt x="174230" y="3737773"/>
                  </a:lnTo>
                  <a:lnTo>
                    <a:pt x="186661" y="3734890"/>
                  </a:lnTo>
                  <a:lnTo>
                    <a:pt x="199093" y="3732058"/>
                  </a:lnTo>
                  <a:lnTo>
                    <a:pt x="223954" y="3726305"/>
                  </a:lnTo>
                  <a:lnTo>
                    <a:pt x="236435" y="3723333"/>
                  </a:lnTo>
                  <a:lnTo>
                    <a:pt x="248866" y="3720310"/>
                  </a:lnTo>
                  <a:lnTo>
                    <a:pt x="261296" y="3717186"/>
                  </a:lnTo>
                  <a:lnTo>
                    <a:pt x="273727" y="3714011"/>
                  </a:lnTo>
                  <a:lnTo>
                    <a:pt x="286208" y="3710684"/>
                  </a:lnTo>
                  <a:lnTo>
                    <a:pt x="298638" y="3707204"/>
                  </a:lnTo>
                  <a:lnTo>
                    <a:pt x="311069" y="3703584"/>
                  </a:lnTo>
                  <a:lnTo>
                    <a:pt x="323501" y="3699812"/>
                  </a:lnTo>
                  <a:lnTo>
                    <a:pt x="335982" y="3695799"/>
                  </a:lnTo>
                  <a:lnTo>
                    <a:pt x="348412" y="3691634"/>
                  </a:lnTo>
                  <a:lnTo>
                    <a:pt x="360843" y="3687163"/>
                  </a:lnTo>
                  <a:lnTo>
                    <a:pt x="373274" y="3682452"/>
                  </a:lnTo>
                  <a:lnTo>
                    <a:pt x="385704" y="3677498"/>
                  </a:lnTo>
                  <a:lnTo>
                    <a:pt x="398185" y="3672279"/>
                  </a:lnTo>
                  <a:lnTo>
                    <a:pt x="410616" y="3666678"/>
                  </a:lnTo>
                  <a:lnTo>
                    <a:pt x="423046" y="3660773"/>
                  </a:lnTo>
                  <a:lnTo>
                    <a:pt x="435478" y="3654524"/>
                  </a:lnTo>
                  <a:lnTo>
                    <a:pt x="447959" y="3647971"/>
                  </a:lnTo>
                  <a:lnTo>
                    <a:pt x="460390" y="3641075"/>
                  </a:lnTo>
                  <a:lnTo>
                    <a:pt x="472820" y="3633734"/>
                  </a:lnTo>
                  <a:lnTo>
                    <a:pt x="485251" y="3626051"/>
                  </a:lnTo>
                  <a:lnTo>
                    <a:pt x="497682" y="3618012"/>
                  </a:lnTo>
                  <a:lnTo>
                    <a:pt x="510162" y="3609630"/>
                  </a:lnTo>
                  <a:lnTo>
                    <a:pt x="522593" y="3600803"/>
                  </a:lnTo>
                  <a:lnTo>
                    <a:pt x="535025" y="3591570"/>
                  </a:lnTo>
                  <a:lnTo>
                    <a:pt x="547455" y="3582045"/>
                  </a:lnTo>
                  <a:lnTo>
                    <a:pt x="559935" y="3572228"/>
                  </a:lnTo>
                  <a:lnTo>
                    <a:pt x="572367" y="3561954"/>
                  </a:lnTo>
                  <a:lnTo>
                    <a:pt x="584798" y="3551337"/>
                  </a:lnTo>
                  <a:lnTo>
                    <a:pt x="597228" y="3540478"/>
                  </a:lnTo>
                  <a:lnTo>
                    <a:pt x="609709" y="3529315"/>
                  </a:lnTo>
                  <a:lnTo>
                    <a:pt x="622140" y="3517847"/>
                  </a:lnTo>
                  <a:lnTo>
                    <a:pt x="634570" y="3506099"/>
                  </a:lnTo>
                  <a:lnTo>
                    <a:pt x="647002" y="3494085"/>
                  </a:lnTo>
                  <a:lnTo>
                    <a:pt x="659433" y="3481880"/>
                  </a:lnTo>
                  <a:lnTo>
                    <a:pt x="671912" y="3469485"/>
                  </a:lnTo>
                  <a:lnTo>
                    <a:pt x="684344" y="3456874"/>
                  </a:lnTo>
                  <a:lnTo>
                    <a:pt x="696775" y="3444136"/>
                  </a:lnTo>
                  <a:lnTo>
                    <a:pt x="709210" y="3431284"/>
                  </a:lnTo>
                  <a:lnTo>
                    <a:pt x="721686" y="3418279"/>
                  </a:lnTo>
                  <a:lnTo>
                    <a:pt x="734123" y="3405185"/>
                  </a:lnTo>
                  <a:lnTo>
                    <a:pt x="758973" y="3378794"/>
                  </a:lnTo>
                  <a:lnTo>
                    <a:pt x="771462" y="3365498"/>
                  </a:lnTo>
                  <a:lnTo>
                    <a:pt x="783887" y="3352201"/>
                  </a:lnTo>
                  <a:lnTo>
                    <a:pt x="821187" y="3312170"/>
                  </a:lnTo>
                  <a:lnTo>
                    <a:pt x="833663" y="3298772"/>
                  </a:lnTo>
                  <a:lnTo>
                    <a:pt x="846100" y="3285424"/>
                  </a:lnTo>
                  <a:lnTo>
                    <a:pt x="858525" y="3272038"/>
                  </a:lnTo>
                  <a:lnTo>
                    <a:pt x="870950" y="3258691"/>
                  </a:lnTo>
                  <a:lnTo>
                    <a:pt x="883439" y="3245292"/>
                  </a:lnTo>
                  <a:lnTo>
                    <a:pt x="908301" y="3218406"/>
                  </a:lnTo>
                  <a:lnTo>
                    <a:pt x="920726" y="3204919"/>
                  </a:lnTo>
                  <a:lnTo>
                    <a:pt x="933215" y="3191317"/>
                  </a:lnTo>
                  <a:lnTo>
                    <a:pt x="945640" y="3177677"/>
                  </a:lnTo>
                  <a:lnTo>
                    <a:pt x="958077" y="3163987"/>
                  </a:lnTo>
                  <a:lnTo>
                    <a:pt x="970502" y="3150093"/>
                  </a:lnTo>
                  <a:lnTo>
                    <a:pt x="982927" y="3136110"/>
                  </a:lnTo>
                  <a:lnTo>
                    <a:pt x="995416" y="3122013"/>
                  </a:lnTo>
                  <a:lnTo>
                    <a:pt x="1007841" y="3107777"/>
                  </a:lnTo>
                  <a:lnTo>
                    <a:pt x="1020278" y="3093298"/>
                  </a:lnTo>
                  <a:lnTo>
                    <a:pt x="1032703" y="3078605"/>
                  </a:lnTo>
                  <a:lnTo>
                    <a:pt x="1045192" y="3063720"/>
                  </a:lnTo>
                  <a:lnTo>
                    <a:pt x="1057617" y="3048645"/>
                  </a:lnTo>
                  <a:lnTo>
                    <a:pt x="1070054" y="3033316"/>
                  </a:lnTo>
                  <a:lnTo>
                    <a:pt x="1082479" y="3017683"/>
                  </a:lnTo>
                  <a:lnTo>
                    <a:pt x="1094917" y="3001808"/>
                  </a:lnTo>
                  <a:lnTo>
                    <a:pt x="1107393" y="2985641"/>
                  </a:lnTo>
                  <a:lnTo>
                    <a:pt x="1119817" y="2969270"/>
                  </a:lnTo>
                  <a:lnTo>
                    <a:pt x="1132255" y="2952506"/>
                  </a:lnTo>
                  <a:lnTo>
                    <a:pt x="1144680" y="2935488"/>
                  </a:lnTo>
                  <a:lnTo>
                    <a:pt x="1157168" y="2918178"/>
                  </a:lnTo>
                  <a:lnTo>
                    <a:pt x="1169594" y="2900614"/>
                  </a:lnTo>
                  <a:lnTo>
                    <a:pt x="1182031" y="2882707"/>
                  </a:lnTo>
                  <a:lnTo>
                    <a:pt x="1194456" y="2864495"/>
                  </a:lnTo>
                  <a:lnTo>
                    <a:pt x="1206932" y="2846042"/>
                  </a:lnTo>
                  <a:lnTo>
                    <a:pt x="1219369" y="2827284"/>
                  </a:lnTo>
                  <a:lnTo>
                    <a:pt x="1231794" y="2808285"/>
                  </a:lnTo>
                  <a:lnTo>
                    <a:pt x="1244232" y="2788943"/>
                  </a:lnTo>
                  <a:lnTo>
                    <a:pt x="1256657" y="2769398"/>
                  </a:lnTo>
                  <a:lnTo>
                    <a:pt x="1269145" y="2749598"/>
                  </a:lnTo>
                  <a:lnTo>
                    <a:pt x="1281571" y="2729609"/>
                  </a:lnTo>
                  <a:lnTo>
                    <a:pt x="1294008" y="2709314"/>
                  </a:lnTo>
                  <a:lnTo>
                    <a:pt x="1306433" y="2688880"/>
                  </a:lnTo>
                  <a:lnTo>
                    <a:pt x="1318909" y="2668191"/>
                  </a:lnTo>
                  <a:lnTo>
                    <a:pt x="1331346" y="2647402"/>
                  </a:lnTo>
                  <a:lnTo>
                    <a:pt x="1343771" y="2626421"/>
                  </a:lnTo>
                  <a:lnTo>
                    <a:pt x="1356209" y="2605288"/>
                  </a:lnTo>
                  <a:lnTo>
                    <a:pt x="1368685" y="2584003"/>
                  </a:lnTo>
                  <a:lnTo>
                    <a:pt x="1381122" y="2562667"/>
                  </a:lnTo>
                  <a:lnTo>
                    <a:pt x="1393547" y="2541191"/>
                  </a:lnTo>
                  <a:lnTo>
                    <a:pt x="1405985" y="2519665"/>
                  </a:lnTo>
                  <a:lnTo>
                    <a:pt x="1418410" y="2498075"/>
                  </a:lnTo>
                  <a:lnTo>
                    <a:pt x="1430898" y="2476447"/>
                  </a:lnTo>
                  <a:lnTo>
                    <a:pt x="1443323" y="2454819"/>
                  </a:lnTo>
                  <a:lnTo>
                    <a:pt x="1468186" y="2411664"/>
                  </a:lnTo>
                  <a:lnTo>
                    <a:pt x="1480662" y="2390125"/>
                  </a:lnTo>
                  <a:lnTo>
                    <a:pt x="1493099" y="2368700"/>
                  </a:lnTo>
                  <a:lnTo>
                    <a:pt x="1505524" y="2347364"/>
                  </a:lnTo>
                  <a:lnTo>
                    <a:pt x="1517962" y="2326180"/>
                  </a:lnTo>
                  <a:lnTo>
                    <a:pt x="1530438" y="2305149"/>
                  </a:lnTo>
                  <a:lnTo>
                    <a:pt x="1542875" y="2284309"/>
                  </a:lnTo>
                  <a:lnTo>
                    <a:pt x="1555300" y="2263620"/>
                  </a:lnTo>
                  <a:lnTo>
                    <a:pt x="1567738" y="2243186"/>
                  </a:lnTo>
                  <a:lnTo>
                    <a:pt x="1580163" y="2223044"/>
                  </a:lnTo>
                  <a:lnTo>
                    <a:pt x="1592639" y="2203206"/>
                  </a:lnTo>
                  <a:lnTo>
                    <a:pt x="1605076" y="2183610"/>
                  </a:lnTo>
                  <a:lnTo>
                    <a:pt x="1617501" y="2164255"/>
                  </a:lnTo>
                  <a:lnTo>
                    <a:pt x="1629939" y="2145358"/>
                  </a:lnTo>
                  <a:lnTo>
                    <a:pt x="1642415" y="2126752"/>
                  </a:lnTo>
                  <a:lnTo>
                    <a:pt x="1654852" y="2108502"/>
                  </a:lnTo>
                  <a:lnTo>
                    <a:pt x="1667277" y="2090583"/>
                  </a:lnTo>
                  <a:lnTo>
                    <a:pt x="1679715" y="2073031"/>
                  </a:lnTo>
                  <a:lnTo>
                    <a:pt x="1692140" y="2055912"/>
                  </a:lnTo>
                  <a:lnTo>
                    <a:pt x="1704615" y="2039147"/>
                  </a:lnTo>
                  <a:lnTo>
                    <a:pt x="1717053" y="2022625"/>
                  </a:lnTo>
                  <a:lnTo>
                    <a:pt x="1729478" y="2006445"/>
                  </a:lnTo>
                  <a:lnTo>
                    <a:pt x="1741916" y="1990672"/>
                  </a:lnTo>
                  <a:lnTo>
                    <a:pt x="1754392" y="1975152"/>
                  </a:lnTo>
                  <a:lnTo>
                    <a:pt x="1766829" y="1959823"/>
                  </a:lnTo>
                  <a:lnTo>
                    <a:pt x="1779254" y="1944736"/>
                  </a:lnTo>
                  <a:lnTo>
                    <a:pt x="1791692" y="1929801"/>
                  </a:lnTo>
                  <a:lnTo>
                    <a:pt x="1804167" y="1915018"/>
                  </a:lnTo>
                  <a:lnTo>
                    <a:pt x="1841455" y="1870822"/>
                  </a:lnTo>
                  <a:lnTo>
                    <a:pt x="1853893" y="1855988"/>
                  </a:lnTo>
                  <a:lnTo>
                    <a:pt x="1866369" y="1841002"/>
                  </a:lnTo>
                  <a:lnTo>
                    <a:pt x="1878806" y="1825775"/>
                  </a:lnTo>
                  <a:lnTo>
                    <a:pt x="1891231" y="1810294"/>
                  </a:lnTo>
                  <a:lnTo>
                    <a:pt x="1903669" y="1794469"/>
                  </a:lnTo>
                  <a:lnTo>
                    <a:pt x="1916144" y="1778150"/>
                  </a:lnTo>
                  <a:lnTo>
                    <a:pt x="1928569" y="1761386"/>
                  </a:lnTo>
                  <a:lnTo>
                    <a:pt x="1941007" y="1744114"/>
                  </a:lnTo>
                  <a:lnTo>
                    <a:pt x="1953432" y="1726359"/>
                  </a:lnTo>
                  <a:lnTo>
                    <a:pt x="1965920" y="1707855"/>
                  </a:lnTo>
                  <a:lnTo>
                    <a:pt x="1978345" y="1688704"/>
                  </a:lnTo>
                  <a:lnTo>
                    <a:pt x="1990783" y="1668854"/>
                  </a:lnTo>
                  <a:lnTo>
                    <a:pt x="2003208" y="1648369"/>
                  </a:lnTo>
                  <a:lnTo>
                    <a:pt x="2015646" y="1627134"/>
                  </a:lnTo>
                  <a:lnTo>
                    <a:pt x="2028121" y="1604960"/>
                  </a:lnTo>
                  <a:lnTo>
                    <a:pt x="2040546" y="1582138"/>
                  </a:lnTo>
                  <a:lnTo>
                    <a:pt x="2052984" y="1558529"/>
                  </a:lnTo>
                  <a:lnTo>
                    <a:pt x="2065409" y="1534272"/>
                  </a:lnTo>
                  <a:lnTo>
                    <a:pt x="2077897" y="1509113"/>
                  </a:lnTo>
                  <a:lnTo>
                    <a:pt x="2090322" y="1483218"/>
                  </a:lnTo>
                  <a:lnTo>
                    <a:pt x="2102760" y="1456675"/>
                  </a:lnTo>
                  <a:lnTo>
                    <a:pt x="2115185" y="1429547"/>
                  </a:lnTo>
                  <a:lnTo>
                    <a:pt x="2127673" y="1401760"/>
                  </a:lnTo>
                  <a:lnTo>
                    <a:pt x="2140098" y="1373337"/>
                  </a:lnTo>
                  <a:lnTo>
                    <a:pt x="2152523" y="1344458"/>
                  </a:lnTo>
                  <a:lnTo>
                    <a:pt x="2164961" y="1315146"/>
                  </a:lnTo>
                  <a:lnTo>
                    <a:pt x="2177386" y="1285479"/>
                  </a:lnTo>
                  <a:lnTo>
                    <a:pt x="2189874" y="1255367"/>
                  </a:lnTo>
                  <a:lnTo>
                    <a:pt x="2202299" y="1225001"/>
                  </a:lnTo>
                  <a:lnTo>
                    <a:pt x="2214737" y="1194445"/>
                  </a:lnTo>
                  <a:lnTo>
                    <a:pt x="2227162" y="1163686"/>
                  </a:lnTo>
                  <a:lnTo>
                    <a:pt x="2239650" y="1132876"/>
                  </a:lnTo>
                  <a:lnTo>
                    <a:pt x="2264513" y="1071166"/>
                  </a:lnTo>
                  <a:lnTo>
                    <a:pt x="2276938" y="1040356"/>
                  </a:lnTo>
                  <a:lnTo>
                    <a:pt x="2289363" y="1009648"/>
                  </a:lnTo>
                  <a:lnTo>
                    <a:pt x="2301851" y="979142"/>
                  </a:lnTo>
                  <a:lnTo>
                    <a:pt x="2314276" y="948827"/>
                  </a:lnTo>
                  <a:lnTo>
                    <a:pt x="2326714" y="918715"/>
                  </a:lnTo>
                  <a:lnTo>
                    <a:pt x="2339139" y="888807"/>
                  </a:lnTo>
                  <a:lnTo>
                    <a:pt x="2351627" y="859279"/>
                  </a:lnTo>
                  <a:lnTo>
                    <a:pt x="2364052" y="830019"/>
                  </a:lnTo>
                  <a:lnTo>
                    <a:pt x="2376490" y="801088"/>
                  </a:lnTo>
                  <a:lnTo>
                    <a:pt x="2388915" y="772513"/>
                  </a:lnTo>
                  <a:lnTo>
                    <a:pt x="2401390" y="744192"/>
                  </a:lnTo>
                  <a:lnTo>
                    <a:pt x="2413828" y="716354"/>
                  </a:lnTo>
                  <a:lnTo>
                    <a:pt x="2426253" y="688871"/>
                  </a:lnTo>
                  <a:lnTo>
                    <a:pt x="2438691" y="661744"/>
                  </a:lnTo>
                  <a:lnTo>
                    <a:pt x="2451116" y="634896"/>
                  </a:lnTo>
                  <a:lnTo>
                    <a:pt x="2463604" y="608505"/>
                  </a:lnTo>
                  <a:lnTo>
                    <a:pt x="2476029" y="582508"/>
                  </a:lnTo>
                  <a:lnTo>
                    <a:pt x="2488467" y="556816"/>
                  </a:lnTo>
                  <a:lnTo>
                    <a:pt x="2500892" y="531518"/>
                  </a:lnTo>
                  <a:lnTo>
                    <a:pt x="2513367" y="506562"/>
                  </a:lnTo>
                  <a:lnTo>
                    <a:pt x="2525805" y="482102"/>
                  </a:lnTo>
                  <a:lnTo>
                    <a:pt x="2538230" y="457998"/>
                  </a:lnTo>
                  <a:lnTo>
                    <a:pt x="2550668" y="434236"/>
                  </a:lnTo>
                  <a:lnTo>
                    <a:pt x="2563144" y="410868"/>
                  </a:lnTo>
                  <a:lnTo>
                    <a:pt x="2575581" y="387995"/>
                  </a:lnTo>
                  <a:lnTo>
                    <a:pt x="2588006" y="365516"/>
                  </a:lnTo>
                  <a:lnTo>
                    <a:pt x="2600444" y="343545"/>
                  </a:lnTo>
                  <a:lnTo>
                    <a:pt x="2612869" y="321968"/>
                  </a:lnTo>
                  <a:lnTo>
                    <a:pt x="2625344" y="300835"/>
                  </a:lnTo>
                  <a:lnTo>
                    <a:pt x="2637782" y="280337"/>
                  </a:lnTo>
                  <a:lnTo>
                    <a:pt x="2650207" y="260398"/>
                  </a:lnTo>
                  <a:lnTo>
                    <a:pt x="2662645" y="240902"/>
                  </a:lnTo>
                  <a:lnTo>
                    <a:pt x="2675120" y="222002"/>
                  </a:lnTo>
                  <a:lnTo>
                    <a:pt x="2687558" y="203796"/>
                  </a:lnTo>
                  <a:lnTo>
                    <a:pt x="2699983" y="186284"/>
                  </a:lnTo>
                  <a:lnTo>
                    <a:pt x="2712421" y="169316"/>
                  </a:lnTo>
                  <a:lnTo>
                    <a:pt x="2724896" y="153045"/>
                  </a:lnTo>
                  <a:lnTo>
                    <a:pt x="2737334" y="137467"/>
                  </a:lnTo>
                  <a:lnTo>
                    <a:pt x="2749759" y="122784"/>
                  </a:lnTo>
                  <a:lnTo>
                    <a:pt x="2762184" y="108793"/>
                  </a:lnTo>
                  <a:lnTo>
                    <a:pt x="2774622" y="95547"/>
                  </a:lnTo>
                  <a:lnTo>
                    <a:pt x="2787097" y="83045"/>
                  </a:lnTo>
                  <a:lnTo>
                    <a:pt x="2799535" y="71487"/>
                  </a:lnTo>
                  <a:lnTo>
                    <a:pt x="2811960" y="60820"/>
                  </a:lnTo>
                  <a:lnTo>
                    <a:pt x="2824398" y="50899"/>
                  </a:lnTo>
                  <a:lnTo>
                    <a:pt x="2836873" y="41770"/>
                  </a:lnTo>
                  <a:lnTo>
                    <a:pt x="2849311" y="33585"/>
                  </a:lnTo>
                  <a:lnTo>
                    <a:pt x="2861736" y="26392"/>
                  </a:lnTo>
                  <a:lnTo>
                    <a:pt x="2874161" y="19992"/>
                  </a:lnTo>
                  <a:lnTo>
                    <a:pt x="2886599" y="14436"/>
                  </a:lnTo>
                  <a:lnTo>
                    <a:pt x="2899074" y="9723"/>
                  </a:lnTo>
                  <a:lnTo>
                    <a:pt x="2911512" y="6053"/>
                  </a:lnTo>
                  <a:lnTo>
                    <a:pt x="2923937" y="3274"/>
                  </a:lnTo>
                  <a:lnTo>
                    <a:pt x="2936374" y="1340"/>
                  </a:lnTo>
                  <a:lnTo>
                    <a:pt x="2948850" y="198"/>
                  </a:lnTo>
                  <a:lnTo>
                    <a:pt x="2961288" y="0"/>
                  </a:lnTo>
                  <a:lnTo>
                    <a:pt x="2973713" y="843"/>
                  </a:lnTo>
                  <a:lnTo>
                    <a:pt x="2986138" y="2480"/>
                  </a:lnTo>
                  <a:lnTo>
                    <a:pt x="2998626" y="4911"/>
                  </a:lnTo>
                  <a:lnTo>
                    <a:pt x="3011051" y="8185"/>
                  </a:lnTo>
                  <a:lnTo>
                    <a:pt x="3023489" y="12502"/>
                  </a:lnTo>
                  <a:lnTo>
                    <a:pt x="3035914" y="17710"/>
                  </a:lnTo>
                  <a:lnTo>
                    <a:pt x="3048351" y="23664"/>
                  </a:lnTo>
                  <a:lnTo>
                    <a:pt x="3060827" y="30410"/>
                  </a:lnTo>
                  <a:lnTo>
                    <a:pt x="3073265" y="38100"/>
                  </a:lnTo>
                  <a:lnTo>
                    <a:pt x="3085690" y="46732"/>
                  </a:lnTo>
                  <a:lnTo>
                    <a:pt x="3098127" y="56158"/>
                  </a:lnTo>
                  <a:lnTo>
                    <a:pt x="3110603" y="66327"/>
                  </a:lnTo>
                  <a:lnTo>
                    <a:pt x="3123028" y="77291"/>
                  </a:lnTo>
                  <a:lnTo>
                    <a:pt x="3135466" y="89296"/>
                  </a:lnTo>
                  <a:lnTo>
                    <a:pt x="3147891" y="101996"/>
                  </a:lnTo>
                  <a:lnTo>
                    <a:pt x="3160379" y="115490"/>
                  </a:lnTo>
                  <a:lnTo>
                    <a:pt x="3172804" y="129678"/>
                  </a:lnTo>
                  <a:lnTo>
                    <a:pt x="3185242" y="144661"/>
                  </a:lnTo>
                  <a:lnTo>
                    <a:pt x="3197667" y="160536"/>
                  </a:lnTo>
                  <a:lnTo>
                    <a:pt x="3210104" y="177006"/>
                  </a:lnTo>
                  <a:lnTo>
                    <a:pt x="3222580" y="194170"/>
                  </a:lnTo>
                  <a:lnTo>
                    <a:pt x="3235005" y="211931"/>
                  </a:lnTo>
                  <a:lnTo>
                    <a:pt x="3247443" y="230534"/>
                  </a:lnTo>
                  <a:lnTo>
                    <a:pt x="3259868" y="249683"/>
                  </a:lnTo>
                  <a:lnTo>
                    <a:pt x="3272356" y="269377"/>
                  </a:lnTo>
                  <a:lnTo>
                    <a:pt x="3284781" y="289570"/>
                  </a:lnTo>
                  <a:lnTo>
                    <a:pt x="3297219" y="310309"/>
                  </a:lnTo>
                  <a:lnTo>
                    <a:pt x="3309644" y="331594"/>
                  </a:lnTo>
                  <a:lnTo>
                    <a:pt x="3322119" y="353273"/>
                  </a:lnTo>
                  <a:lnTo>
                    <a:pt x="3334557" y="375244"/>
                  </a:lnTo>
                  <a:lnTo>
                    <a:pt x="3346982" y="397622"/>
                  </a:lnTo>
                  <a:lnTo>
                    <a:pt x="3359420" y="420342"/>
                  </a:lnTo>
                  <a:lnTo>
                    <a:pt x="3371845" y="443304"/>
                  </a:lnTo>
                  <a:lnTo>
                    <a:pt x="3384333" y="466481"/>
                  </a:lnTo>
                  <a:lnTo>
                    <a:pt x="3396758" y="489798"/>
                  </a:lnTo>
                  <a:lnTo>
                    <a:pt x="3409195" y="513255"/>
                  </a:lnTo>
                  <a:lnTo>
                    <a:pt x="3421621" y="536826"/>
                  </a:lnTo>
                  <a:lnTo>
                    <a:pt x="3434109" y="560385"/>
                  </a:lnTo>
                  <a:lnTo>
                    <a:pt x="3446534" y="584007"/>
                  </a:lnTo>
                  <a:lnTo>
                    <a:pt x="3458959" y="607565"/>
                  </a:lnTo>
                  <a:lnTo>
                    <a:pt x="3471397" y="631086"/>
                  </a:lnTo>
                  <a:lnTo>
                    <a:pt x="3483822" y="654492"/>
                  </a:lnTo>
                  <a:lnTo>
                    <a:pt x="3496310" y="677809"/>
                  </a:lnTo>
                  <a:lnTo>
                    <a:pt x="3508735" y="701025"/>
                  </a:lnTo>
                  <a:lnTo>
                    <a:pt x="3521172" y="724050"/>
                  </a:lnTo>
                  <a:lnTo>
                    <a:pt x="3533598" y="746872"/>
                  </a:lnTo>
                  <a:lnTo>
                    <a:pt x="3546086" y="769541"/>
                  </a:lnTo>
                  <a:lnTo>
                    <a:pt x="3558511" y="792008"/>
                  </a:lnTo>
                  <a:lnTo>
                    <a:pt x="3570948" y="814283"/>
                  </a:lnTo>
                  <a:lnTo>
                    <a:pt x="3583373" y="836318"/>
                  </a:lnTo>
                  <a:lnTo>
                    <a:pt x="3595849" y="858187"/>
                  </a:lnTo>
                  <a:lnTo>
                    <a:pt x="3608287" y="879917"/>
                  </a:lnTo>
                  <a:lnTo>
                    <a:pt x="3620712" y="901456"/>
                  </a:lnTo>
                  <a:lnTo>
                    <a:pt x="3633149" y="922830"/>
                  </a:lnTo>
                  <a:lnTo>
                    <a:pt x="3645574" y="944065"/>
                  </a:lnTo>
                  <a:lnTo>
                    <a:pt x="3658063" y="965198"/>
                  </a:lnTo>
                  <a:lnTo>
                    <a:pt x="3670488" y="986229"/>
                  </a:lnTo>
                  <a:lnTo>
                    <a:pt x="3682925" y="1007222"/>
                  </a:lnTo>
                  <a:lnTo>
                    <a:pt x="3695350" y="1028151"/>
                  </a:lnTo>
                  <a:lnTo>
                    <a:pt x="3707826" y="1049145"/>
                  </a:lnTo>
                  <a:lnTo>
                    <a:pt x="3720264" y="1070125"/>
                  </a:lnTo>
                  <a:lnTo>
                    <a:pt x="3732689" y="1091156"/>
                  </a:lnTo>
                  <a:lnTo>
                    <a:pt x="3745126" y="1112340"/>
                  </a:lnTo>
                  <a:lnTo>
                    <a:pt x="3757602" y="1133676"/>
                  </a:lnTo>
                  <a:lnTo>
                    <a:pt x="3770040" y="1155151"/>
                  </a:lnTo>
                  <a:lnTo>
                    <a:pt x="3782465" y="1176830"/>
                  </a:lnTo>
                  <a:lnTo>
                    <a:pt x="3794902" y="1198763"/>
                  </a:lnTo>
                  <a:lnTo>
                    <a:pt x="3807327" y="1220988"/>
                  </a:lnTo>
                  <a:lnTo>
                    <a:pt x="3819803" y="1243505"/>
                  </a:lnTo>
                  <a:lnTo>
                    <a:pt x="3832241" y="1266327"/>
                  </a:lnTo>
                  <a:lnTo>
                    <a:pt x="3844666" y="1289492"/>
                  </a:lnTo>
                  <a:lnTo>
                    <a:pt x="3857103" y="1313165"/>
                  </a:lnTo>
                  <a:lnTo>
                    <a:pt x="3869579" y="1337168"/>
                  </a:lnTo>
                  <a:lnTo>
                    <a:pt x="3882017" y="1361577"/>
                  </a:lnTo>
                  <a:lnTo>
                    <a:pt x="3894442" y="1386380"/>
                  </a:lnTo>
                  <a:lnTo>
                    <a:pt x="3906879" y="1411679"/>
                  </a:lnTo>
                  <a:lnTo>
                    <a:pt x="3919355" y="1437536"/>
                  </a:lnTo>
                  <a:lnTo>
                    <a:pt x="3931780" y="1463774"/>
                  </a:lnTo>
                  <a:lnTo>
                    <a:pt x="3944218" y="1490470"/>
                  </a:lnTo>
                  <a:lnTo>
                    <a:pt x="3956643" y="1517546"/>
                  </a:lnTo>
                  <a:lnTo>
                    <a:pt x="3969080" y="1545232"/>
                  </a:lnTo>
                  <a:lnTo>
                    <a:pt x="3981556" y="1573362"/>
                  </a:lnTo>
                  <a:lnTo>
                    <a:pt x="3993993" y="1601836"/>
                  </a:lnTo>
                  <a:lnTo>
                    <a:pt x="4006419" y="1630716"/>
                  </a:lnTo>
                  <a:lnTo>
                    <a:pt x="4018856" y="1660027"/>
                  </a:lnTo>
                  <a:lnTo>
                    <a:pt x="4031332" y="1689745"/>
                  </a:lnTo>
                  <a:lnTo>
                    <a:pt x="4043757" y="1719806"/>
                  </a:lnTo>
                  <a:lnTo>
                    <a:pt x="4056195" y="1750121"/>
                  </a:lnTo>
                  <a:lnTo>
                    <a:pt x="4068620" y="1780677"/>
                  </a:lnTo>
                  <a:lnTo>
                    <a:pt x="4081057" y="1811589"/>
                  </a:lnTo>
                  <a:lnTo>
                    <a:pt x="4093533" y="1842640"/>
                  </a:lnTo>
                  <a:lnTo>
                    <a:pt x="4105970" y="1873844"/>
                  </a:lnTo>
                  <a:lnTo>
                    <a:pt x="4118396" y="1905150"/>
                  </a:lnTo>
                  <a:lnTo>
                    <a:pt x="4130833" y="1936506"/>
                  </a:lnTo>
                  <a:lnTo>
                    <a:pt x="4143309" y="1967901"/>
                  </a:lnTo>
                  <a:lnTo>
                    <a:pt x="4155734" y="1999257"/>
                  </a:lnTo>
                  <a:lnTo>
                    <a:pt x="4168171" y="2030562"/>
                  </a:lnTo>
                  <a:lnTo>
                    <a:pt x="4180597" y="2061715"/>
                  </a:lnTo>
                  <a:lnTo>
                    <a:pt x="4193085" y="2092678"/>
                  </a:lnTo>
                  <a:lnTo>
                    <a:pt x="4205510" y="2123374"/>
                  </a:lnTo>
                  <a:lnTo>
                    <a:pt x="4217947" y="2153892"/>
                  </a:lnTo>
                  <a:lnTo>
                    <a:pt x="4230373" y="2184055"/>
                  </a:lnTo>
                  <a:lnTo>
                    <a:pt x="4242810" y="2213773"/>
                  </a:lnTo>
                  <a:lnTo>
                    <a:pt x="4255286" y="2243084"/>
                  </a:lnTo>
                  <a:lnTo>
                    <a:pt x="4267723" y="2271964"/>
                  </a:lnTo>
                  <a:lnTo>
                    <a:pt x="4280149" y="2300387"/>
                  </a:lnTo>
                  <a:lnTo>
                    <a:pt x="4292574" y="2328314"/>
                  </a:lnTo>
                  <a:lnTo>
                    <a:pt x="4305062" y="2355555"/>
                  </a:lnTo>
                  <a:lnTo>
                    <a:pt x="4317487" y="2382238"/>
                  </a:lnTo>
                  <a:lnTo>
                    <a:pt x="4329924" y="2408337"/>
                  </a:lnTo>
                  <a:lnTo>
                    <a:pt x="4342350" y="2433889"/>
                  </a:lnTo>
                  <a:lnTo>
                    <a:pt x="4354838" y="2458692"/>
                  </a:lnTo>
                  <a:lnTo>
                    <a:pt x="4367263" y="2482797"/>
                  </a:lnTo>
                  <a:lnTo>
                    <a:pt x="4379700" y="2506317"/>
                  </a:lnTo>
                  <a:lnTo>
                    <a:pt x="4392125" y="2529190"/>
                  </a:lnTo>
                  <a:lnTo>
                    <a:pt x="4404563" y="2551466"/>
                  </a:lnTo>
                  <a:lnTo>
                    <a:pt x="4417039" y="2572891"/>
                  </a:lnTo>
                  <a:lnTo>
                    <a:pt x="4429464" y="2593731"/>
                  </a:lnTo>
                  <a:lnTo>
                    <a:pt x="4441901" y="2614013"/>
                  </a:lnTo>
                  <a:lnTo>
                    <a:pt x="4454326" y="2633762"/>
                  </a:lnTo>
                  <a:lnTo>
                    <a:pt x="4466815" y="2652812"/>
                  </a:lnTo>
                  <a:lnTo>
                    <a:pt x="4479240" y="2671265"/>
                  </a:lnTo>
                  <a:lnTo>
                    <a:pt x="4491677" y="2689223"/>
                  </a:lnTo>
                  <a:lnTo>
                    <a:pt x="4504102" y="2706787"/>
                  </a:lnTo>
                  <a:lnTo>
                    <a:pt x="4516578" y="2723805"/>
                  </a:lnTo>
                  <a:lnTo>
                    <a:pt x="4529016" y="2740327"/>
                  </a:lnTo>
                  <a:lnTo>
                    <a:pt x="4541441" y="2756444"/>
                  </a:lnTo>
                  <a:lnTo>
                    <a:pt x="4553878" y="2772268"/>
                  </a:lnTo>
                  <a:lnTo>
                    <a:pt x="4566303" y="2787749"/>
                  </a:lnTo>
                  <a:lnTo>
                    <a:pt x="4578792" y="2802824"/>
                  </a:lnTo>
                  <a:lnTo>
                    <a:pt x="4591217" y="2817658"/>
                  </a:lnTo>
                  <a:lnTo>
                    <a:pt x="4603654" y="2832301"/>
                  </a:lnTo>
                  <a:lnTo>
                    <a:pt x="4616079" y="2846690"/>
                  </a:lnTo>
                  <a:lnTo>
                    <a:pt x="4628555" y="2860876"/>
                  </a:lnTo>
                  <a:lnTo>
                    <a:pt x="4640993" y="2874859"/>
                  </a:lnTo>
                  <a:lnTo>
                    <a:pt x="4653418" y="2888752"/>
                  </a:lnTo>
                  <a:lnTo>
                    <a:pt x="4665855" y="2902494"/>
                  </a:lnTo>
                  <a:lnTo>
                    <a:pt x="4678280" y="2916083"/>
                  </a:lnTo>
                  <a:lnTo>
                    <a:pt x="4690769" y="2929634"/>
                  </a:lnTo>
                  <a:lnTo>
                    <a:pt x="4703194" y="2943032"/>
                  </a:lnTo>
                  <a:lnTo>
                    <a:pt x="4715631" y="2956367"/>
                  </a:lnTo>
                  <a:lnTo>
                    <a:pt x="4728056" y="2969613"/>
                  </a:lnTo>
                  <a:lnTo>
                    <a:pt x="4740544" y="2982809"/>
                  </a:lnTo>
                  <a:lnTo>
                    <a:pt x="4752970" y="2995915"/>
                  </a:lnTo>
                  <a:lnTo>
                    <a:pt x="4765395" y="3008958"/>
                  </a:lnTo>
                  <a:lnTo>
                    <a:pt x="4777832" y="3021899"/>
                  </a:lnTo>
                  <a:lnTo>
                    <a:pt x="4790308" y="3034802"/>
                  </a:lnTo>
                  <a:lnTo>
                    <a:pt x="4802745" y="3047604"/>
                  </a:lnTo>
                  <a:lnTo>
                    <a:pt x="4815171" y="3060304"/>
                  </a:lnTo>
                  <a:lnTo>
                    <a:pt x="4827608" y="3072902"/>
                  </a:lnTo>
                  <a:lnTo>
                    <a:pt x="4840033" y="3085399"/>
                  </a:lnTo>
                  <a:lnTo>
                    <a:pt x="4852521" y="3097807"/>
                  </a:lnTo>
                  <a:lnTo>
                    <a:pt x="4864947" y="3110062"/>
                  </a:lnTo>
                  <a:lnTo>
                    <a:pt x="4877372" y="3122216"/>
                  </a:lnTo>
                  <a:lnTo>
                    <a:pt x="4889809" y="3134218"/>
                  </a:lnTo>
                  <a:lnTo>
                    <a:pt x="4902285" y="3146080"/>
                  </a:lnTo>
                  <a:lnTo>
                    <a:pt x="4914722" y="3157789"/>
                  </a:lnTo>
                  <a:lnTo>
                    <a:pt x="4927148" y="3169346"/>
                  </a:lnTo>
                  <a:lnTo>
                    <a:pt x="4939585" y="3180751"/>
                  </a:lnTo>
                  <a:lnTo>
                    <a:pt x="4952061" y="3192016"/>
                  </a:lnTo>
                  <a:lnTo>
                    <a:pt x="4964498" y="3203077"/>
                  </a:lnTo>
                  <a:lnTo>
                    <a:pt x="4976923" y="3213948"/>
                  </a:lnTo>
                  <a:lnTo>
                    <a:pt x="4989349" y="3224655"/>
                  </a:lnTo>
                  <a:lnTo>
                    <a:pt x="5001786" y="3235221"/>
                  </a:lnTo>
                  <a:lnTo>
                    <a:pt x="5014262" y="3245597"/>
                  </a:lnTo>
                  <a:lnTo>
                    <a:pt x="5026699" y="3255769"/>
                  </a:lnTo>
                  <a:lnTo>
                    <a:pt x="5039124" y="3265739"/>
                  </a:lnTo>
                  <a:lnTo>
                    <a:pt x="5051562" y="3275556"/>
                  </a:lnTo>
                  <a:lnTo>
                    <a:pt x="5064038" y="3285183"/>
                  </a:lnTo>
                  <a:lnTo>
                    <a:pt x="5076475" y="3294606"/>
                  </a:lnTo>
                  <a:lnTo>
                    <a:pt x="5088900" y="3303788"/>
                  </a:lnTo>
                  <a:lnTo>
                    <a:pt x="5101338" y="3312818"/>
                  </a:lnTo>
                  <a:lnTo>
                    <a:pt x="5113814" y="3321695"/>
                  </a:lnTo>
                  <a:lnTo>
                    <a:pt x="5126239" y="3330382"/>
                  </a:lnTo>
                  <a:lnTo>
                    <a:pt x="5138676" y="3338815"/>
                  </a:lnTo>
                  <a:lnTo>
                    <a:pt x="5151101" y="3347095"/>
                  </a:lnTo>
                  <a:lnTo>
                    <a:pt x="5163539" y="3355236"/>
                  </a:lnTo>
                  <a:lnTo>
                    <a:pt x="5176015" y="3363173"/>
                  </a:lnTo>
                  <a:lnTo>
                    <a:pt x="5188452" y="3370908"/>
                  </a:lnTo>
                  <a:lnTo>
                    <a:pt x="5200877" y="3378451"/>
                  </a:lnTo>
                  <a:lnTo>
                    <a:pt x="5213315" y="3385843"/>
                  </a:lnTo>
                  <a:lnTo>
                    <a:pt x="5225791" y="3393082"/>
                  </a:lnTo>
                  <a:lnTo>
                    <a:pt x="5238216" y="3400130"/>
                  </a:lnTo>
                  <a:lnTo>
                    <a:pt x="5250653" y="3407026"/>
                  </a:lnTo>
                  <a:lnTo>
                    <a:pt x="5263078" y="3413821"/>
                  </a:lnTo>
                  <a:lnTo>
                    <a:pt x="5275516" y="3420463"/>
                  </a:lnTo>
                  <a:lnTo>
                    <a:pt x="5287992" y="3426966"/>
                  </a:lnTo>
                  <a:lnTo>
                    <a:pt x="5300429" y="3433366"/>
                  </a:lnTo>
                  <a:lnTo>
                    <a:pt x="5312854" y="3439666"/>
                  </a:lnTo>
                  <a:lnTo>
                    <a:pt x="5325292" y="3445863"/>
                  </a:lnTo>
                  <a:lnTo>
                    <a:pt x="5337768" y="3451972"/>
                  </a:lnTo>
                  <a:lnTo>
                    <a:pt x="5350193" y="3458017"/>
                  </a:lnTo>
                  <a:lnTo>
                    <a:pt x="5375055" y="3470031"/>
                  </a:lnTo>
                  <a:lnTo>
                    <a:pt x="5387543" y="3475975"/>
                  </a:lnTo>
                  <a:lnTo>
                    <a:pt x="5424831" y="3493844"/>
                  </a:lnTo>
                  <a:lnTo>
                    <a:pt x="5437269" y="3499838"/>
                  </a:lnTo>
                  <a:lnTo>
                    <a:pt x="5449745" y="3505896"/>
                  </a:lnTo>
                  <a:lnTo>
                    <a:pt x="5462170" y="3511941"/>
                  </a:lnTo>
                  <a:lnTo>
                    <a:pt x="5474607" y="3518151"/>
                  </a:lnTo>
                  <a:lnTo>
                    <a:pt x="5487032" y="3524400"/>
                  </a:lnTo>
                  <a:lnTo>
                    <a:pt x="5499520" y="3530699"/>
                  </a:lnTo>
                  <a:lnTo>
                    <a:pt x="5511946" y="3537100"/>
                  </a:lnTo>
                  <a:lnTo>
                    <a:pt x="5524383" y="3543653"/>
                  </a:lnTo>
                  <a:lnTo>
                    <a:pt x="5536808" y="3550244"/>
                  </a:lnTo>
                  <a:lnTo>
                    <a:pt x="5549296" y="3556988"/>
                  </a:lnTo>
                  <a:lnTo>
                    <a:pt x="5561721" y="3563783"/>
                  </a:lnTo>
                  <a:lnTo>
                    <a:pt x="5574159" y="3570679"/>
                  </a:lnTo>
                  <a:lnTo>
                    <a:pt x="5586584" y="3577727"/>
                  </a:lnTo>
                  <a:lnTo>
                    <a:pt x="5599009" y="3584826"/>
                  </a:lnTo>
                  <a:lnTo>
                    <a:pt x="5611497" y="3592015"/>
                  </a:lnTo>
                  <a:lnTo>
                    <a:pt x="5623922" y="3599254"/>
                  </a:lnTo>
                  <a:lnTo>
                    <a:pt x="5648785" y="3614049"/>
                  </a:lnTo>
                  <a:lnTo>
                    <a:pt x="5661273" y="3621530"/>
                  </a:lnTo>
                  <a:lnTo>
                    <a:pt x="5686136" y="3636516"/>
                  </a:lnTo>
                  <a:lnTo>
                    <a:pt x="5698561" y="3644059"/>
                  </a:lnTo>
                  <a:lnTo>
                    <a:pt x="5711037" y="3651603"/>
                  </a:lnTo>
                  <a:lnTo>
                    <a:pt x="5723474" y="3659134"/>
                  </a:lnTo>
                  <a:lnTo>
                    <a:pt x="5748337" y="3674019"/>
                  </a:lnTo>
                  <a:lnTo>
                    <a:pt x="5760762" y="3681359"/>
                  </a:lnTo>
                  <a:lnTo>
                    <a:pt x="5773250" y="3688649"/>
                  </a:lnTo>
                  <a:lnTo>
                    <a:pt x="5785675" y="3695850"/>
                  </a:lnTo>
                  <a:lnTo>
                    <a:pt x="5798113" y="3702949"/>
                  </a:lnTo>
                  <a:lnTo>
                    <a:pt x="5810538" y="3709833"/>
                  </a:lnTo>
                  <a:lnTo>
                    <a:pt x="5823014" y="3716640"/>
                  </a:lnTo>
                  <a:lnTo>
                    <a:pt x="5835451" y="3723282"/>
                  </a:lnTo>
                  <a:lnTo>
                    <a:pt x="5847876" y="3729784"/>
                  </a:lnTo>
                  <a:lnTo>
                    <a:pt x="5860314" y="3736033"/>
                  </a:lnTo>
                  <a:lnTo>
                    <a:pt x="5872739" y="3742129"/>
                  </a:lnTo>
                  <a:lnTo>
                    <a:pt x="5885227" y="3748034"/>
                  </a:lnTo>
                  <a:lnTo>
                    <a:pt x="5897652" y="3753749"/>
                  </a:lnTo>
                  <a:lnTo>
                    <a:pt x="5910090" y="3759147"/>
                  </a:lnTo>
                  <a:lnTo>
                    <a:pt x="5922515" y="3764354"/>
                  </a:lnTo>
                  <a:lnTo>
                    <a:pt x="5934991" y="3769370"/>
                  </a:lnTo>
                  <a:lnTo>
                    <a:pt x="5947429" y="3774133"/>
                  </a:lnTo>
                  <a:lnTo>
                    <a:pt x="5959853" y="3778692"/>
                  </a:lnTo>
                  <a:lnTo>
                    <a:pt x="5972291" y="3782909"/>
                  </a:lnTo>
                  <a:lnTo>
                    <a:pt x="5984766" y="3786934"/>
                  </a:lnTo>
                  <a:lnTo>
                    <a:pt x="5997204" y="3790757"/>
                  </a:lnTo>
                  <a:lnTo>
                    <a:pt x="6009629" y="3794326"/>
                  </a:lnTo>
                  <a:lnTo>
                    <a:pt x="6022067" y="3797602"/>
                  </a:lnTo>
                  <a:lnTo>
                    <a:pt x="6034491" y="3800676"/>
                  </a:lnTo>
                  <a:lnTo>
                    <a:pt x="6046967" y="3803495"/>
                  </a:lnTo>
                  <a:lnTo>
                    <a:pt x="6059405" y="3806124"/>
                  </a:lnTo>
                  <a:lnTo>
                    <a:pt x="6071830" y="3808562"/>
                  </a:lnTo>
                  <a:lnTo>
                    <a:pt x="6084268" y="3810747"/>
                  </a:lnTo>
                  <a:lnTo>
                    <a:pt x="6096744" y="3812728"/>
                  </a:lnTo>
                  <a:lnTo>
                    <a:pt x="6109181" y="3814569"/>
                  </a:lnTo>
                  <a:lnTo>
                    <a:pt x="6121606" y="3816195"/>
                  </a:lnTo>
                  <a:lnTo>
                    <a:pt x="6134044" y="3817643"/>
                  </a:lnTo>
                  <a:lnTo>
                    <a:pt x="6146519" y="3818977"/>
                  </a:lnTo>
                  <a:lnTo>
                    <a:pt x="6158945" y="3820119"/>
                  </a:lnTo>
                  <a:lnTo>
                    <a:pt x="6171382" y="3821161"/>
                  </a:lnTo>
                  <a:lnTo>
                    <a:pt x="6183807" y="3822050"/>
                  </a:lnTo>
                  <a:lnTo>
                    <a:pt x="6196245" y="3822850"/>
                  </a:lnTo>
                  <a:lnTo>
                    <a:pt x="6208720" y="3823548"/>
                  </a:lnTo>
                  <a:lnTo>
                    <a:pt x="6221158" y="3824184"/>
                  </a:lnTo>
                  <a:lnTo>
                    <a:pt x="6246021" y="3825174"/>
                  </a:lnTo>
                  <a:lnTo>
                    <a:pt x="6258496" y="3825580"/>
                  </a:lnTo>
                  <a:lnTo>
                    <a:pt x="6283359" y="3826266"/>
                  </a:lnTo>
                  <a:lnTo>
                    <a:pt x="6295784" y="3826571"/>
                  </a:lnTo>
                  <a:lnTo>
                    <a:pt x="6308273" y="3826863"/>
                  </a:lnTo>
                  <a:lnTo>
                    <a:pt x="6320697" y="3827168"/>
                  </a:lnTo>
                  <a:lnTo>
                    <a:pt x="6333135" y="3827409"/>
                  </a:lnTo>
                  <a:lnTo>
                    <a:pt x="6357998" y="3828006"/>
                  </a:lnTo>
                </a:path>
              </a:pathLst>
            </a:custGeom>
            <a:noFill/>
            <a:ln w="27056" cap="flat">
              <a:solidFill>
                <a:srgbClr val="EBB16D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dirty="0">
                <a:solidFill>
                  <a:srgbClr val="EBB16D"/>
                </a:solidFill>
              </a:endParaRPr>
            </a:p>
          </p:txBody>
        </p:sp>
        <p:sp>
          <p:nvSpPr>
            <p:cNvPr id="1046" name="Freeform 1045">
              <a:extLst>
                <a:ext uri="{FF2B5EF4-FFF2-40B4-BE49-F238E27FC236}">
                  <a16:creationId xmlns:a16="http://schemas.microsoft.com/office/drawing/2014/main" id="{57AAC0E0-DF1B-8298-147D-2900D566E5DF}"/>
                </a:ext>
              </a:extLst>
            </p:cNvPr>
            <p:cNvSpPr/>
            <p:nvPr/>
          </p:nvSpPr>
          <p:spPr>
            <a:xfrm>
              <a:off x="7296535" y="1437614"/>
              <a:ext cx="3478" cy="1242107"/>
            </a:xfrm>
            <a:custGeom>
              <a:avLst/>
              <a:gdLst>
                <a:gd name="connsiteX0" fmla="*/ 0 w 12678"/>
                <a:gd name="connsiteY0" fmla="*/ 4528051 h 4528050"/>
                <a:gd name="connsiteX1" fmla="*/ 0 w 12678"/>
                <a:gd name="connsiteY1" fmla="*/ 0 h 4528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78" h="4528050">
                  <a:moveTo>
                    <a:pt x="0" y="4528051"/>
                  </a:moveTo>
                  <a:lnTo>
                    <a:pt x="0" y="0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7" name="Freeform 1046">
              <a:extLst>
                <a:ext uri="{FF2B5EF4-FFF2-40B4-BE49-F238E27FC236}">
                  <a16:creationId xmlns:a16="http://schemas.microsoft.com/office/drawing/2014/main" id="{69676E5B-FD56-CA97-5524-37D70689909E}"/>
                </a:ext>
              </a:extLst>
            </p:cNvPr>
            <p:cNvSpPr/>
            <p:nvPr/>
          </p:nvSpPr>
          <p:spPr>
            <a:xfrm>
              <a:off x="6695642" y="1568025"/>
              <a:ext cx="1744087" cy="1050075"/>
            </a:xfrm>
            <a:custGeom>
              <a:avLst/>
              <a:gdLst>
                <a:gd name="connsiteX0" fmla="*/ 0 w 6357997"/>
                <a:gd name="connsiteY0" fmla="*/ 3778451 h 3828006"/>
                <a:gd name="connsiteX1" fmla="*/ 12480 w 6357997"/>
                <a:gd name="connsiteY1" fmla="*/ 3775466 h 3828006"/>
                <a:gd name="connsiteX2" fmla="*/ 49772 w 6357997"/>
                <a:gd name="connsiteY2" fmla="*/ 3766538 h 3828006"/>
                <a:gd name="connsiteX3" fmla="*/ 62203 w 6357997"/>
                <a:gd name="connsiteY3" fmla="*/ 3763617 h 3828006"/>
                <a:gd name="connsiteX4" fmla="*/ 74684 w 6357997"/>
                <a:gd name="connsiteY4" fmla="*/ 3760633 h 3828006"/>
                <a:gd name="connsiteX5" fmla="*/ 87114 w 6357997"/>
                <a:gd name="connsiteY5" fmla="*/ 3757762 h 3828006"/>
                <a:gd name="connsiteX6" fmla="*/ 99546 w 6357997"/>
                <a:gd name="connsiteY6" fmla="*/ 3754829 h 3828006"/>
                <a:gd name="connsiteX7" fmla="*/ 111977 w 6357997"/>
                <a:gd name="connsiteY7" fmla="*/ 3751959 h 3828006"/>
                <a:gd name="connsiteX8" fmla="*/ 124458 w 6357997"/>
                <a:gd name="connsiteY8" fmla="*/ 3749076 h 3828006"/>
                <a:gd name="connsiteX9" fmla="*/ 136888 w 6357997"/>
                <a:gd name="connsiteY9" fmla="*/ 3746256 h 3828006"/>
                <a:gd name="connsiteX10" fmla="*/ 149319 w 6357997"/>
                <a:gd name="connsiteY10" fmla="*/ 3743373 h 3828006"/>
                <a:gd name="connsiteX11" fmla="*/ 161750 w 6357997"/>
                <a:gd name="connsiteY11" fmla="*/ 3740541 h 3828006"/>
                <a:gd name="connsiteX12" fmla="*/ 174230 w 6357997"/>
                <a:gd name="connsiteY12" fmla="*/ 3737773 h 3828006"/>
                <a:gd name="connsiteX13" fmla="*/ 186661 w 6357997"/>
                <a:gd name="connsiteY13" fmla="*/ 3734890 h 3828006"/>
                <a:gd name="connsiteX14" fmla="*/ 199093 w 6357997"/>
                <a:gd name="connsiteY14" fmla="*/ 3732058 h 3828006"/>
                <a:gd name="connsiteX15" fmla="*/ 223954 w 6357997"/>
                <a:gd name="connsiteY15" fmla="*/ 3726305 h 3828006"/>
                <a:gd name="connsiteX16" fmla="*/ 236435 w 6357997"/>
                <a:gd name="connsiteY16" fmla="*/ 3723333 h 3828006"/>
                <a:gd name="connsiteX17" fmla="*/ 248866 w 6357997"/>
                <a:gd name="connsiteY17" fmla="*/ 3720310 h 3828006"/>
                <a:gd name="connsiteX18" fmla="*/ 261296 w 6357997"/>
                <a:gd name="connsiteY18" fmla="*/ 3717186 h 3828006"/>
                <a:gd name="connsiteX19" fmla="*/ 273727 w 6357997"/>
                <a:gd name="connsiteY19" fmla="*/ 3714011 h 3828006"/>
                <a:gd name="connsiteX20" fmla="*/ 286208 w 6357997"/>
                <a:gd name="connsiteY20" fmla="*/ 3710684 h 3828006"/>
                <a:gd name="connsiteX21" fmla="*/ 298638 w 6357997"/>
                <a:gd name="connsiteY21" fmla="*/ 3707204 h 3828006"/>
                <a:gd name="connsiteX22" fmla="*/ 311069 w 6357997"/>
                <a:gd name="connsiteY22" fmla="*/ 3703584 h 3828006"/>
                <a:gd name="connsiteX23" fmla="*/ 323501 w 6357997"/>
                <a:gd name="connsiteY23" fmla="*/ 3699812 h 3828006"/>
                <a:gd name="connsiteX24" fmla="*/ 335982 w 6357997"/>
                <a:gd name="connsiteY24" fmla="*/ 3695799 h 3828006"/>
                <a:gd name="connsiteX25" fmla="*/ 348412 w 6357997"/>
                <a:gd name="connsiteY25" fmla="*/ 3691634 h 3828006"/>
                <a:gd name="connsiteX26" fmla="*/ 360843 w 6357997"/>
                <a:gd name="connsiteY26" fmla="*/ 3687163 h 3828006"/>
                <a:gd name="connsiteX27" fmla="*/ 373274 w 6357997"/>
                <a:gd name="connsiteY27" fmla="*/ 3682452 h 3828006"/>
                <a:gd name="connsiteX28" fmla="*/ 385704 w 6357997"/>
                <a:gd name="connsiteY28" fmla="*/ 3677498 h 3828006"/>
                <a:gd name="connsiteX29" fmla="*/ 398185 w 6357997"/>
                <a:gd name="connsiteY29" fmla="*/ 3672279 h 3828006"/>
                <a:gd name="connsiteX30" fmla="*/ 410616 w 6357997"/>
                <a:gd name="connsiteY30" fmla="*/ 3666678 h 3828006"/>
                <a:gd name="connsiteX31" fmla="*/ 423046 w 6357997"/>
                <a:gd name="connsiteY31" fmla="*/ 3660773 h 3828006"/>
                <a:gd name="connsiteX32" fmla="*/ 435478 w 6357997"/>
                <a:gd name="connsiteY32" fmla="*/ 3654524 h 3828006"/>
                <a:gd name="connsiteX33" fmla="*/ 447959 w 6357997"/>
                <a:gd name="connsiteY33" fmla="*/ 3647971 h 3828006"/>
                <a:gd name="connsiteX34" fmla="*/ 460390 w 6357997"/>
                <a:gd name="connsiteY34" fmla="*/ 3641075 h 3828006"/>
                <a:gd name="connsiteX35" fmla="*/ 472820 w 6357997"/>
                <a:gd name="connsiteY35" fmla="*/ 3633734 h 3828006"/>
                <a:gd name="connsiteX36" fmla="*/ 485251 w 6357997"/>
                <a:gd name="connsiteY36" fmla="*/ 3626051 h 3828006"/>
                <a:gd name="connsiteX37" fmla="*/ 497682 w 6357997"/>
                <a:gd name="connsiteY37" fmla="*/ 3618012 h 3828006"/>
                <a:gd name="connsiteX38" fmla="*/ 510162 w 6357997"/>
                <a:gd name="connsiteY38" fmla="*/ 3609630 h 3828006"/>
                <a:gd name="connsiteX39" fmla="*/ 522593 w 6357997"/>
                <a:gd name="connsiteY39" fmla="*/ 3600803 h 3828006"/>
                <a:gd name="connsiteX40" fmla="*/ 535025 w 6357997"/>
                <a:gd name="connsiteY40" fmla="*/ 3591570 h 3828006"/>
                <a:gd name="connsiteX41" fmla="*/ 547455 w 6357997"/>
                <a:gd name="connsiteY41" fmla="*/ 3582045 h 3828006"/>
                <a:gd name="connsiteX42" fmla="*/ 559935 w 6357997"/>
                <a:gd name="connsiteY42" fmla="*/ 3572228 h 3828006"/>
                <a:gd name="connsiteX43" fmla="*/ 572367 w 6357997"/>
                <a:gd name="connsiteY43" fmla="*/ 3561954 h 3828006"/>
                <a:gd name="connsiteX44" fmla="*/ 584798 w 6357997"/>
                <a:gd name="connsiteY44" fmla="*/ 3551337 h 3828006"/>
                <a:gd name="connsiteX45" fmla="*/ 597228 w 6357997"/>
                <a:gd name="connsiteY45" fmla="*/ 3540478 h 3828006"/>
                <a:gd name="connsiteX46" fmla="*/ 609709 w 6357997"/>
                <a:gd name="connsiteY46" fmla="*/ 3529315 h 3828006"/>
                <a:gd name="connsiteX47" fmla="*/ 622140 w 6357997"/>
                <a:gd name="connsiteY47" fmla="*/ 3517847 h 3828006"/>
                <a:gd name="connsiteX48" fmla="*/ 634570 w 6357997"/>
                <a:gd name="connsiteY48" fmla="*/ 3506099 h 3828006"/>
                <a:gd name="connsiteX49" fmla="*/ 647002 w 6357997"/>
                <a:gd name="connsiteY49" fmla="*/ 3494085 h 3828006"/>
                <a:gd name="connsiteX50" fmla="*/ 659433 w 6357997"/>
                <a:gd name="connsiteY50" fmla="*/ 3481880 h 3828006"/>
                <a:gd name="connsiteX51" fmla="*/ 671912 w 6357997"/>
                <a:gd name="connsiteY51" fmla="*/ 3469485 h 3828006"/>
                <a:gd name="connsiteX52" fmla="*/ 684344 w 6357997"/>
                <a:gd name="connsiteY52" fmla="*/ 3456874 h 3828006"/>
                <a:gd name="connsiteX53" fmla="*/ 696775 w 6357997"/>
                <a:gd name="connsiteY53" fmla="*/ 3444136 h 3828006"/>
                <a:gd name="connsiteX54" fmla="*/ 709210 w 6357997"/>
                <a:gd name="connsiteY54" fmla="*/ 3431284 h 3828006"/>
                <a:gd name="connsiteX55" fmla="*/ 721686 w 6357997"/>
                <a:gd name="connsiteY55" fmla="*/ 3418279 h 3828006"/>
                <a:gd name="connsiteX56" fmla="*/ 734123 w 6357997"/>
                <a:gd name="connsiteY56" fmla="*/ 3405185 h 3828006"/>
                <a:gd name="connsiteX57" fmla="*/ 758973 w 6357997"/>
                <a:gd name="connsiteY57" fmla="*/ 3378794 h 3828006"/>
                <a:gd name="connsiteX58" fmla="*/ 771462 w 6357997"/>
                <a:gd name="connsiteY58" fmla="*/ 3365498 h 3828006"/>
                <a:gd name="connsiteX59" fmla="*/ 783887 w 6357997"/>
                <a:gd name="connsiteY59" fmla="*/ 3352201 h 3828006"/>
                <a:gd name="connsiteX60" fmla="*/ 821187 w 6357997"/>
                <a:gd name="connsiteY60" fmla="*/ 3312170 h 3828006"/>
                <a:gd name="connsiteX61" fmla="*/ 833663 w 6357997"/>
                <a:gd name="connsiteY61" fmla="*/ 3298772 h 3828006"/>
                <a:gd name="connsiteX62" fmla="*/ 846100 w 6357997"/>
                <a:gd name="connsiteY62" fmla="*/ 3285424 h 3828006"/>
                <a:gd name="connsiteX63" fmla="*/ 858525 w 6357997"/>
                <a:gd name="connsiteY63" fmla="*/ 3272038 h 3828006"/>
                <a:gd name="connsiteX64" fmla="*/ 870950 w 6357997"/>
                <a:gd name="connsiteY64" fmla="*/ 3258691 h 3828006"/>
                <a:gd name="connsiteX65" fmla="*/ 883439 w 6357997"/>
                <a:gd name="connsiteY65" fmla="*/ 3245292 h 3828006"/>
                <a:gd name="connsiteX66" fmla="*/ 908301 w 6357997"/>
                <a:gd name="connsiteY66" fmla="*/ 3218406 h 3828006"/>
                <a:gd name="connsiteX67" fmla="*/ 920726 w 6357997"/>
                <a:gd name="connsiteY67" fmla="*/ 3204919 h 3828006"/>
                <a:gd name="connsiteX68" fmla="*/ 933215 w 6357997"/>
                <a:gd name="connsiteY68" fmla="*/ 3191317 h 3828006"/>
                <a:gd name="connsiteX69" fmla="*/ 945640 w 6357997"/>
                <a:gd name="connsiteY69" fmla="*/ 3177677 h 3828006"/>
                <a:gd name="connsiteX70" fmla="*/ 958077 w 6357997"/>
                <a:gd name="connsiteY70" fmla="*/ 3163987 h 3828006"/>
                <a:gd name="connsiteX71" fmla="*/ 970502 w 6357997"/>
                <a:gd name="connsiteY71" fmla="*/ 3150093 h 3828006"/>
                <a:gd name="connsiteX72" fmla="*/ 982927 w 6357997"/>
                <a:gd name="connsiteY72" fmla="*/ 3136110 h 3828006"/>
                <a:gd name="connsiteX73" fmla="*/ 995416 w 6357997"/>
                <a:gd name="connsiteY73" fmla="*/ 3122013 h 3828006"/>
                <a:gd name="connsiteX74" fmla="*/ 1007841 w 6357997"/>
                <a:gd name="connsiteY74" fmla="*/ 3107777 h 3828006"/>
                <a:gd name="connsiteX75" fmla="*/ 1020278 w 6357997"/>
                <a:gd name="connsiteY75" fmla="*/ 3093298 h 3828006"/>
                <a:gd name="connsiteX76" fmla="*/ 1032703 w 6357997"/>
                <a:gd name="connsiteY76" fmla="*/ 3078605 h 3828006"/>
                <a:gd name="connsiteX77" fmla="*/ 1045192 w 6357997"/>
                <a:gd name="connsiteY77" fmla="*/ 3063720 h 3828006"/>
                <a:gd name="connsiteX78" fmla="*/ 1057617 w 6357997"/>
                <a:gd name="connsiteY78" fmla="*/ 3048645 h 3828006"/>
                <a:gd name="connsiteX79" fmla="*/ 1070054 w 6357997"/>
                <a:gd name="connsiteY79" fmla="*/ 3033316 h 3828006"/>
                <a:gd name="connsiteX80" fmla="*/ 1082479 w 6357997"/>
                <a:gd name="connsiteY80" fmla="*/ 3017683 h 3828006"/>
                <a:gd name="connsiteX81" fmla="*/ 1094917 w 6357997"/>
                <a:gd name="connsiteY81" fmla="*/ 3001808 h 3828006"/>
                <a:gd name="connsiteX82" fmla="*/ 1107393 w 6357997"/>
                <a:gd name="connsiteY82" fmla="*/ 2985641 h 3828006"/>
                <a:gd name="connsiteX83" fmla="*/ 1119817 w 6357997"/>
                <a:gd name="connsiteY83" fmla="*/ 2969270 h 3828006"/>
                <a:gd name="connsiteX84" fmla="*/ 1132255 w 6357997"/>
                <a:gd name="connsiteY84" fmla="*/ 2952506 h 3828006"/>
                <a:gd name="connsiteX85" fmla="*/ 1144680 w 6357997"/>
                <a:gd name="connsiteY85" fmla="*/ 2935488 h 3828006"/>
                <a:gd name="connsiteX86" fmla="*/ 1157168 w 6357997"/>
                <a:gd name="connsiteY86" fmla="*/ 2918178 h 3828006"/>
                <a:gd name="connsiteX87" fmla="*/ 1169594 w 6357997"/>
                <a:gd name="connsiteY87" fmla="*/ 2900614 h 3828006"/>
                <a:gd name="connsiteX88" fmla="*/ 1182031 w 6357997"/>
                <a:gd name="connsiteY88" fmla="*/ 2882707 h 3828006"/>
                <a:gd name="connsiteX89" fmla="*/ 1194456 w 6357997"/>
                <a:gd name="connsiteY89" fmla="*/ 2864495 h 3828006"/>
                <a:gd name="connsiteX90" fmla="*/ 1206932 w 6357997"/>
                <a:gd name="connsiteY90" fmla="*/ 2846042 h 3828006"/>
                <a:gd name="connsiteX91" fmla="*/ 1219369 w 6357997"/>
                <a:gd name="connsiteY91" fmla="*/ 2827284 h 3828006"/>
                <a:gd name="connsiteX92" fmla="*/ 1231794 w 6357997"/>
                <a:gd name="connsiteY92" fmla="*/ 2808285 h 3828006"/>
                <a:gd name="connsiteX93" fmla="*/ 1244232 w 6357997"/>
                <a:gd name="connsiteY93" fmla="*/ 2788943 h 3828006"/>
                <a:gd name="connsiteX94" fmla="*/ 1256657 w 6357997"/>
                <a:gd name="connsiteY94" fmla="*/ 2769398 h 3828006"/>
                <a:gd name="connsiteX95" fmla="*/ 1269145 w 6357997"/>
                <a:gd name="connsiteY95" fmla="*/ 2749598 h 3828006"/>
                <a:gd name="connsiteX96" fmla="*/ 1281571 w 6357997"/>
                <a:gd name="connsiteY96" fmla="*/ 2729609 h 3828006"/>
                <a:gd name="connsiteX97" fmla="*/ 1294008 w 6357997"/>
                <a:gd name="connsiteY97" fmla="*/ 2709314 h 3828006"/>
                <a:gd name="connsiteX98" fmla="*/ 1306433 w 6357997"/>
                <a:gd name="connsiteY98" fmla="*/ 2688880 h 3828006"/>
                <a:gd name="connsiteX99" fmla="*/ 1318909 w 6357997"/>
                <a:gd name="connsiteY99" fmla="*/ 2668191 h 3828006"/>
                <a:gd name="connsiteX100" fmla="*/ 1331346 w 6357997"/>
                <a:gd name="connsiteY100" fmla="*/ 2647402 h 3828006"/>
                <a:gd name="connsiteX101" fmla="*/ 1343771 w 6357997"/>
                <a:gd name="connsiteY101" fmla="*/ 2626421 h 3828006"/>
                <a:gd name="connsiteX102" fmla="*/ 1356209 w 6357997"/>
                <a:gd name="connsiteY102" fmla="*/ 2605288 h 3828006"/>
                <a:gd name="connsiteX103" fmla="*/ 1368685 w 6357997"/>
                <a:gd name="connsiteY103" fmla="*/ 2584003 h 3828006"/>
                <a:gd name="connsiteX104" fmla="*/ 1381122 w 6357997"/>
                <a:gd name="connsiteY104" fmla="*/ 2562667 h 3828006"/>
                <a:gd name="connsiteX105" fmla="*/ 1393547 w 6357997"/>
                <a:gd name="connsiteY105" fmla="*/ 2541191 h 3828006"/>
                <a:gd name="connsiteX106" fmla="*/ 1405985 w 6357997"/>
                <a:gd name="connsiteY106" fmla="*/ 2519665 h 3828006"/>
                <a:gd name="connsiteX107" fmla="*/ 1418410 w 6357997"/>
                <a:gd name="connsiteY107" fmla="*/ 2498075 h 3828006"/>
                <a:gd name="connsiteX108" fmla="*/ 1430898 w 6357997"/>
                <a:gd name="connsiteY108" fmla="*/ 2476447 h 3828006"/>
                <a:gd name="connsiteX109" fmla="*/ 1443323 w 6357997"/>
                <a:gd name="connsiteY109" fmla="*/ 2454819 h 3828006"/>
                <a:gd name="connsiteX110" fmla="*/ 1468186 w 6357997"/>
                <a:gd name="connsiteY110" fmla="*/ 2411664 h 3828006"/>
                <a:gd name="connsiteX111" fmla="*/ 1480662 w 6357997"/>
                <a:gd name="connsiteY111" fmla="*/ 2390125 h 3828006"/>
                <a:gd name="connsiteX112" fmla="*/ 1493099 w 6357997"/>
                <a:gd name="connsiteY112" fmla="*/ 2368700 h 3828006"/>
                <a:gd name="connsiteX113" fmla="*/ 1505524 w 6357997"/>
                <a:gd name="connsiteY113" fmla="*/ 2347364 h 3828006"/>
                <a:gd name="connsiteX114" fmla="*/ 1517962 w 6357997"/>
                <a:gd name="connsiteY114" fmla="*/ 2326180 h 3828006"/>
                <a:gd name="connsiteX115" fmla="*/ 1530438 w 6357997"/>
                <a:gd name="connsiteY115" fmla="*/ 2305149 h 3828006"/>
                <a:gd name="connsiteX116" fmla="*/ 1542875 w 6357997"/>
                <a:gd name="connsiteY116" fmla="*/ 2284309 h 3828006"/>
                <a:gd name="connsiteX117" fmla="*/ 1555300 w 6357997"/>
                <a:gd name="connsiteY117" fmla="*/ 2263620 h 3828006"/>
                <a:gd name="connsiteX118" fmla="*/ 1567738 w 6357997"/>
                <a:gd name="connsiteY118" fmla="*/ 2243186 h 3828006"/>
                <a:gd name="connsiteX119" fmla="*/ 1580163 w 6357997"/>
                <a:gd name="connsiteY119" fmla="*/ 2223044 h 3828006"/>
                <a:gd name="connsiteX120" fmla="*/ 1592639 w 6357997"/>
                <a:gd name="connsiteY120" fmla="*/ 2203206 h 3828006"/>
                <a:gd name="connsiteX121" fmla="*/ 1605076 w 6357997"/>
                <a:gd name="connsiteY121" fmla="*/ 2183610 h 3828006"/>
                <a:gd name="connsiteX122" fmla="*/ 1617501 w 6357997"/>
                <a:gd name="connsiteY122" fmla="*/ 2164255 h 3828006"/>
                <a:gd name="connsiteX123" fmla="*/ 1629939 w 6357997"/>
                <a:gd name="connsiteY123" fmla="*/ 2145358 h 3828006"/>
                <a:gd name="connsiteX124" fmla="*/ 1642415 w 6357997"/>
                <a:gd name="connsiteY124" fmla="*/ 2126752 h 3828006"/>
                <a:gd name="connsiteX125" fmla="*/ 1654852 w 6357997"/>
                <a:gd name="connsiteY125" fmla="*/ 2108502 h 3828006"/>
                <a:gd name="connsiteX126" fmla="*/ 1667277 w 6357997"/>
                <a:gd name="connsiteY126" fmla="*/ 2090583 h 3828006"/>
                <a:gd name="connsiteX127" fmla="*/ 1679715 w 6357997"/>
                <a:gd name="connsiteY127" fmla="*/ 2073031 h 3828006"/>
                <a:gd name="connsiteX128" fmla="*/ 1692140 w 6357997"/>
                <a:gd name="connsiteY128" fmla="*/ 2055912 h 3828006"/>
                <a:gd name="connsiteX129" fmla="*/ 1704615 w 6357997"/>
                <a:gd name="connsiteY129" fmla="*/ 2039147 h 3828006"/>
                <a:gd name="connsiteX130" fmla="*/ 1717053 w 6357997"/>
                <a:gd name="connsiteY130" fmla="*/ 2022625 h 3828006"/>
                <a:gd name="connsiteX131" fmla="*/ 1729478 w 6357997"/>
                <a:gd name="connsiteY131" fmla="*/ 2006445 h 3828006"/>
                <a:gd name="connsiteX132" fmla="*/ 1741916 w 6357997"/>
                <a:gd name="connsiteY132" fmla="*/ 1990672 h 3828006"/>
                <a:gd name="connsiteX133" fmla="*/ 1754392 w 6357997"/>
                <a:gd name="connsiteY133" fmla="*/ 1975152 h 3828006"/>
                <a:gd name="connsiteX134" fmla="*/ 1766829 w 6357997"/>
                <a:gd name="connsiteY134" fmla="*/ 1959823 h 3828006"/>
                <a:gd name="connsiteX135" fmla="*/ 1779254 w 6357997"/>
                <a:gd name="connsiteY135" fmla="*/ 1944736 h 3828006"/>
                <a:gd name="connsiteX136" fmla="*/ 1791692 w 6357997"/>
                <a:gd name="connsiteY136" fmla="*/ 1929801 h 3828006"/>
                <a:gd name="connsiteX137" fmla="*/ 1804167 w 6357997"/>
                <a:gd name="connsiteY137" fmla="*/ 1915018 h 3828006"/>
                <a:gd name="connsiteX138" fmla="*/ 1841455 w 6357997"/>
                <a:gd name="connsiteY138" fmla="*/ 1870822 h 3828006"/>
                <a:gd name="connsiteX139" fmla="*/ 1853893 w 6357997"/>
                <a:gd name="connsiteY139" fmla="*/ 1855988 h 3828006"/>
                <a:gd name="connsiteX140" fmla="*/ 1866369 w 6357997"/>
                <a:gd name="connsiteY140" fmla="*/ 1841002 h 3828006"/>
                <a:gd name="connsiteX141" fmla="*/ 1878806 w 6357997"/>
                <a:gd name="connsiteY141" fmla="*/ 1825775 h 3828006"/>
                <a:gd name="connsiteX142" fmla="*/ 1891231 w 6357997"/>
                <a:gd name="connsiteY142" fmla="*/ 1810294 h 3828006"/>
                <a:gd name="connsiteX143" fmla="*/ 1903669 w 6357997"/>
                <a:gd name="connsiteY143" fmla="*/ 1794469 h 3828006"/>
                <a:gd name="connsiteX144" fmla="*/ 1916144 w 6357997"/>
                <a:gd name="connsiteY144" fmla="*/ 1778150 h 3828006"/>
                <a:gd name="connsiteX145" fmla="*/ 1928569 w 6357997"/>
                <a:gd name="connsiteY145" fmla="*/ 1761386 h 3828006"/>
                <a:gd name="connsiteX146" fmla="*/ 1941007 w 6357997"/>
                <a:gd name="connsiteY146" fmla="*/ 1744114 h 3828006"/>
                <a:gd name="connsiteX147" fmla="*/ 1953432 w 6357997"/>
                <a:gd name="connsiteY147" fmla="*/ 1726359 h 3828006"/>
                <a:gd name="connsiteX148" fmla="*/ 1965920 w 6357997"/>
                <a:gd name="connsiteY148" fmla="*/ 1707855 h 3828006"/>
                <a:gd name="connsiteX149" fmla="*/ 1978345 w 6357997"/>
                <a:gd name="connsiteY149" fmla="*/ 1688704 h 3828006"/>
                <a:gd name="connsiteX150" fmla="*/ 1990783 w 6357997"/>
                <a:gd name="connsiteY150" fmla="*/ 1668854 h 3828006"/>
                <a:gd name="connsiteX151" fmla="*/ 2003208 w 6357997"/>
                <a:gd name="connsiteY151" fmla="*/ 1648369 h 3828006"/>
                <a:gd name="connsiteX152" fmla="*/ 2015646 w 6357997"/>
                <a:gd name="connsiteY152" fmla="*/ 1627134 h 3828006"/>
                <a:gd name="connsiteX153" fmla="*/ 2028121 w 6357997"/>
                <a:gd name="connsiteY153" fmla="*/ 1604960 h 3828006"/>
                <a:gd name="connsiteX154" fmla="*/ 2040546 w 6357997"/>
                <a:gd name="connsiteY154" fmla="*/ 1582138 h 3828006"/>
                <a:gd name="connsiteX155" fmla="*/ 2052984 w 6357997"/>
                <a:gd name="connsiteY155" fmla="*/ 1558529 h 3828006"/>
                <a:gd name="connsiteX156" fmla="*/ 2065409 w 6357997"/>
                <a:gd name="connsiteY156" fmla="*/ 1534272 h 3828006"/>
                <a:gd name="connsiteX157" fmla="*/ 2077897 w 6357997"/>
                <a:gd name="connsiteY157" fmla="*/ 1509113 h 3828006"/>
                <a:gd name="connsiteX158" fmla="*/ 2090322 w 6357997"/>
                <a:gd name="connsiteY158" fmla="*/ 1483218 h 3828006"/>
                <a:gd name="connsiteX159" fmla="*/ 2102760 w 6357997"/>
                <a:gd name="connsiteY159" fmla="*/ 1456675 h 3828006"/>
                <a:gd name="connsiteX160" fmla="*/ 2115185 w 6357997"/>
                <a:gd name="connsiteY160" fmla="*/ 1429547 h 3828006"/>
                <a:gd name="connsiteX161" fmla="*/ 2127673 w 6357997"/>
                <a:gd name="connsiteY161" fmla="*/ 1401760 h 3828006"/>
                <a:gd name="connsiteX162" fmla="*/ 2140098 w 6357997"/>
                <a:gd name="connsiteY162" fmla="*/ 1373337 h 3828006"/>
                <a:gd name="connsiteX163" fmla="*/ 2152523 w 6357997"/>
                <a:gd name="connsiteY163" fmla="*/ 1344458 h 3828006"/>
                <a:gd name="connsiteX164" fmla="*/ 2164961 w 6357997"/>
                <a:gd name="connsiteY164" fmla="*/ 1315146 h 3828006"/>
                <a:gd name="connsiteX165" fmla="*/ 2177386 w 6357997"/>
                <a:gd name="connsiteY165" fmla="*/ 1285479 h 3828006"/>
                <a:gd name="connsiteX166" fmla="*/ 2189874 w 6357997"/>
                <a:gd name="connsiteY166" fmla="*/ 1255367 h 3828006"/>
                <a:gd name="connsiteX167" fmla="*/ 2202299 w 6357997"/>
                <a:gd name="connsiteY167" fmla="*/ 1225001 h 3828006"/>
                <a:gd name="connsiteX168" fmla="*/ 2214737 w 6357997"/>
                <a:gd name="connsiteY168" fmla="*/ 1194445 h 3828006"/>
                <a:gd name="connsiteX169" fmla="*/ 2227162 w 6357997"/>
                <a:gd name="connsiteY169" fmla="*/ 1163686 h 3828006"/>
                <a:gd name="connsiteX170" fmla="*/ 2239650 w 6357997"/>
                <a:gd name="connsiteY170" fmla="*/ 1132876 h 3828006"/>
                <a:gd name="connsiteX171" fmla="*/ 2264513 w 6357997"/>
                <a:gd name="connsiteY171" fmla="*/ 1071166 h 3828006"/>
                <a:gd name="connsiteX172" fmla="*/ 2276938 w 6357997"/>
                <a:gd name="connsiteY172" fmla="*/ 1040356 h 3828006"/>
                <a:gd name="connsiteX173" fmla="*/ 2289363 w 6357997"/>
                <a:gd name="connsiteY173" fmla="*/ 1009648 h 3828006"/>
                <a:gd name="connsiteX174" fmla="*/ 2301851 w 6357997"/>
                <a:gd name="connsiteY174" fmla="*/ 979142 h 3828006"/>
                <a:gd name="connsiteX175" fmla="*/ 2314276 w 6357997"/>
                <a:gd name="connsiteY175" fmla="*/ 948827 h 3828006"/>
                <a:gd name="connsiteX176" fmla="*/ 2326714 w 6357997"/>
                <a:gd name="connsiteY176" fmla="*/ 918715 h 3828006"/>
                <a:gd name="connsiteX177" fmla="*/ 2339139 w 6357997"/>
                <a:gd name="connsiteY177" fmla="*/ 888807 h 3828006"/>
                <a:gd name="connsiteX178" fmla="*/ 2351627 w 6357997"/>
                <a:gd name="connsiteY178" fmla="*/ 859279 h 3828006"/>
                <a:gd name="connsiteX179" fmla="*/ 2364052 w 6357997"/>
                <a:gd name="connsiteY179" fmla="*/ 830019 h 3828006"/>
                <a:gd name="connsiteX180" fmla="*/ 2376490 w 6357997"/>
                <a:gd name="connsiteY180" fmla="*/ 801088 h 3828006"/>
                <a:gd name="connsiteX181" fmla="*/ 2388915 w 6357997"/>
                <a:gd name="connsiteY181" fmla="*/ 772513 h 3828006"/>
                <a:gd name="connsiteX182" fmla="*/ 2401390 w 6357997"/>
                <a:gd name="connsiteY182" fmla="*/ 744192 h 3828006"/>
                <a:gd name="connsiteX183" fmla="*/ 2413828 w 6357997"/>
                <a:gd name="connsiteY183" fmla="*/ 716354 h 3828006"/>
                <a:gd name="connsiteX184" fmla="*/ 2426253 w 6357997"/>
                <a:gd name="connsiteY184" fmla="*/ 688871 h 3828006"/>
                <a:gd name="connsiteX185" fmla="*/ 2438691 w 6357997"/>
                <a:gd name="connsiteY185" fmla="*/ 661744 h 3828006"/>
                <a:gd name="connsiteX186" fmla="*/ 2451116 w 6357997"/>
                <a:gd name="connsiteY186" fmla="*/ 634896 h 3828006"/>
                <a:gd name="connsiteX187" fmla="*/ 2463604 w 6357997"/>
                <a:gd name="connsiteY187" fmla="*/ 608505 h 3828006"/>
                <a:gd name="connsiteX188" fmla="*/ 2476029 w 6357997"/>
                <a:gd name="connsiteY188" fmla="*/ 582508 h 3828006"/>
                <a:gd name="connsiteX189" fmla="*/ 2488467 w 6357997"/>
                <a:gd name="connsiteY189" fmla="*/ 556816 h 3828006"/>
                <a:gd name="connsiteX190" fmla="*/ 2500892 w 6357997"/>
                <a:gd name="connsiteY190" fmla="*/ 531518 h 3828006"/>
                <a:gd name="connsiteX191" fmla="*/ 2513367 w 6357997"/>
                <a:gd name="connsiteY191" fmla="*/ 506562 h 3828006"/>
                <a:gd name="connsiteX192" fmla="*/ 2525805 w 6357997"/>
                <a:gd name="connsiteY192" fmla="*/ 482102 h 3828006"/>
                <a:gd name="connsiteX193" fmla="*/ 2538230 w 6357997"/>
                <a:gd name="connsiteY193" fmla="*/ 457998 h 3828006"/>
                <a:gd name="connsiteX194" fmla="*/ 2550668 w 6357997"/>
                <a:gd name="connsiteY194" fmla="*/ 434236 h 3828006"/>
                <a:gd name="connsiteX195" fmla="*/ 2563144 w 6357997"/>
                <a:gd name="connsiteY195" fmla="*/ 410868 h 3828006"/>
                <a:gd name="connsiteX196" fmla="*/ 2575581 w 6357997"/>
                <a:gd name="connsiteY196" fmla="*/ 387995 h 3828006"/>
                <a:gd name="connsiteX197" fmla="*/ 2588006 w 6357997"/>
                <a:gd name="connsiteY197" fmla="*/ 365516 h 3828006"/>
                <a:gd name="connsiteX198" fmla="*/ 2600444 w 6357997"/>
                <a:gd name="connsiteY198" fmla="*/ 343545 h 3828006"/>
                <a:gd name="connsiteX199" fmla="*/ 2612869 w 6357997"/>
                <a:gd name="connsiteY199" fmla="*/ 321968 h 3828006"/>
                <a:gd name="connsiteX200" fmla="*/ 2625344 w 6357997"/>
                <a:gd name="connsiteY200" fmla="*/ 300835 h 3828006"/>
                <a:gd name="connsiteX201" fmla="*/ 2637782 w 6357997"/>
                <a:gd name="connsiteY201" fmla="*/ 280337 h 3828006"/>
                <a:gd name="connsiteX202" fmla="*/ 2650207 w 6357997"/>
                <a:gd name="connsiteY202" fmla="*/ 260398 h 3828006"/>
                <a:gd name="connsiteX203" fmla="*/ 2662645 w 6357997"/>
                <a:gd name="connsiteY203" fmla="*/ 240902 h 3828006"/>
                <a:gd name="connsiteX204" fmla="*/ 2675120 w 6357997"/>
                <a:gd name="connsiteY204" fmla="*/ 222002 h 3828006"/>
                <a:gd name="connsiteX205" fmla="*/ 2687558 w 6357997"/>
                <a:gd name="connsiteY205" fmla="*/ 203796 h 3828006"/>
                <a:gd name="connsiteX206" fmla="*/ 2699983 w 6357997"/>
                <a:gd name="connsiteY206" fmla="*/ 186284 h 3828006"/>
                <a:gd name="connsiteX207" fmla="*/ 2712421 w 6357997"/>
                <a:gd name="connsiteY207" fmla="*/ 169316 h 3828006"/>
                <a:gd name="connsiteX208" fmla="*/ 2724896 w 6357997"/>
                <a:gd name="connsiteY208" fmla="*/ 153045 h 3828006"/>
                <a:gd name="connsiteX209" fmla="*/ 2737334 w 6357997"/>
                <a:gd name="connsiteY209" fmla="*/ 137467 h 3828006"/>
                <a:gd name="connsiteX210" fmla="*/ 2749759 w 6357997"/>
                <a:gd name="connsiteY210" fmla="*/ 122784 h 3828006"/>
                <a:gd name="connsiteX211" fmla="*/ 2762184 w 6357997"/>
                <a:gd name="connsiteY211" fmla="*/ 108793 h 3828006"/>
                <a:gd name="connsiteX212" fmla="*/ 2774622 w 6357997"/>
                <a:gd name="connsiteY212" fmla="*/ 95547 h 3828006"/>
                <a:gd name="connsiteX213" fmla="*/ 2787097 w 6357997"/>
                <a:gd name="connsiteY213" fmla="*/ 83045 h 3828006"/>
                <a:gd name="connsiteX214" fmla="*/ 2799535 w 6357997"/>
                <a:gd name="connsiteY214" fmla="*/ 71487 h 3828006"/>
                <a:gd name="connsiteX215" fmla="*/ 2811960 w 6357997"/>
                <a:gd name="connsiteY215" fmla="*/ 60820 h 3828006"/>
                <a:gd name="connsiteX216" fmla="*/ 2824398 w 6357997"/>
                <a:gd name="connsiteY216" fmla="*/ 50899 h 3828006"/>
                <a:gd name="connsiteX217" fmla="*/ 2836873 w 6357997"/>
                <a:gd name="connsiteY217" fmla="*/ 41770 h 3828006"/>
                <a:gd name="connsiteX218" fmla="*/ 2849311 w 6357997"/>
                <a:gd name="connsiteY218" fmla="*/ 33585 h 3828006"/>
                <a:gd name="connsiteX219" fmla="*/ 2861736 w 6357997"/>
                <a:gd name="connsiteY219" fmla="*/ 26392 h 3828006"/>
                <a:gd name="connsiteX220" fmla="*/ 2874161 w 6357997"/>
                <a:gd name="connsiteY220" fmla="*/ 19992 h 3828006"/>
                <a:gd name="connsiteX221" fmla="*/ 2886599 w 6357997"/>
                <a:gd name="connsiteY221" fmla="*/ 14436 h 3828006"/>
                <a:gd name="connsiteX222" fmla="*/ 2899074 w 6357997"/>
                <a:gd name="connsiteY222" fmla="*/ 9723 h 3828006"/>
                <a:gd name="connsiteX223" fmla="*/ 2911512 w 6357997"/>
                <a:gd name="connsiteY223" fmla="*/ 6053 h 3828006"/>
                <a:gd name="connsiteX224" fmla="*/ 2923937 w 6357997"/>
                <a:gd name="connsiteY224" fmla="*/ 3274 h 3828006"/>
                <a:gd name="connsiteX225" fmla="*/ 2936374 w 6357997"/>
                <a:gd name="connsiteY225" fmla="*/ 1340 h 3828006"/>
                <a:gd name="connsiteX226" fmla="*/ 2948850 w 6357997"/>
                <a:gd name="connsiteY226" fmla="*/ 198 h 3828006"/>
                <a:gd name="connsiteX227" fmla="*/ 2961288 w 6357997"/>
                <a:gd name="connsiteY227" fmla="*/ 0 h 3828006"/>
                <a:gd name="connsiteX228" fmla="*/ 2973713 w 6357997"/>
                <a:gd name="connsiteY228" fmla="*/ 843 h 3828006"/>
                <a:gd name="connsiteX229" fmla="*/ 2986138 w 6357997"/>
                <a:gd name="connsiteY229" fmla="*/ 2480 h 3828006"/>
                <a:gd name="connsiteX230" fmla="*/ 2998626 w 6357997"/>
                <a:gd name="connsiteY230" fmla="*/ 4911 h 3828006"/>
                <a:gd name="connsiteX231" fmla="*/ 3011051 w 6357997"/>
                <a:gd name="connsiteY231" fmla="*/ 8185 h 3828006"/>
                <a:gd name="connsiteX232" fmla="*/ 3023489 w 6357997"/>
                <a:gd name="connsiteY232" fmla="*/ 12502 h 3828006"/>
                <a:gd name="connsiteX233" fmla="*/ 3035914 w 6357997"/>
                <a:gd name="connsiteY233" fmla="*/ 17710 h 3828006"/>
                <a:gd name="connsiteX234" fmla="*/ 3048351 w 6357997"/>
                <a:gd name="connsiteY234" fmla="*/ 23664 h 3828006"/>
                <a:gd name="connsiteX235" fmla="*/ 3060827 w 6357997"/>
                <a:gd name="connsiteY235" fmla="*/ 30410 h 3828006"/>
                <a:gd name="connsiteX236" fmla="*/ 3073265 w 6357997"/>
                <a:gd name="connsiteY236" fmla="*/ 38100 h 3828006"/>
                <a:gd name="connsiteX237" fmla="*/ 3085690 w 6357997"/>
                <a:gd name="connsiteY237" fmla="*/ 46732 h 3828006"/>
                <a:gd name="connsiteX238" fmla="*/ 3098127 w 6357997"/>
                <a:gd name="connsiteY238" fmla="*/ 56158 h 3828006"/>
                <a:gd name="connsiteX239" fmla="*/ 3110603 w 6357997"/>
                <a:gd name="connsiteY239" fmla="*/ 66327 h 3828006"/>
                <a:gd name="connsiteX240" fmla="*/ 3123028 w 6357997"/>
                <a:gd name="connsiteY240" fmla="*/ 77291 h 3828006"/>
                <a:gd name="connsiteX241" fmla="*/ 3135466 w 6357997"/>
                <a:gd name="connsiteY241" fmla="*/ 89296 h 3828006"/>
                <a:gd name="connsiteX242" fmla="*/ 3147891 w 6357997"/>
                <a:gd name="connsiteY242" fmla="*/ 101996 h 3828006"/>
                <a:gd name="connsiteX243" fmla="*/ 3160379 w 6357997"/>
                <a:gd name="connsiteY243" fmla="*/ 115490 h 3828006"/>
                <a:gd name="connsiteX244" fmla="*/ 3172804 w 6357997"/>
                <a:gd name="connsiteY244" fmla="*/ 129678 h 3828006"/>
                <a:gd name="connsiteX245" fmla="*/ 3185242 w 6357997"/>
                <a:gd name="connsiteY245" fmla="*/ 144661 h 3828006"/>
                <a:gd name="connsiteX246" fmla="*/ 3197667 w 6357997"/>
                <a:gd name="connsiteY246" fmla="*/ 160536 h 3828006"/>
                <a:gd name="connsiteX247" fmla="*/ 3210104 w 6357997"/>
                <a:gd name="connsiteY247" fmla="*/ 177006 h 3828006"/>
                <a:gd name="connsiteX248" fmla="*/ 3222580 w 6357997"/>
                <a:gd name="connsiteY248" fmla="*/ 194170 h 3828006"/>
                <a:gd name="connsiteX249" fmla="*/ 3235005 w 6357997"/>
                <a:gd name="connsiteY249" fmla="*/ 211931 h 3828006"/>
                <a:gd name="connsiteX250" fmla="*/ 3247443 w 6357997"/>
                <a:gd name="connsiteY250" fmla="*/ 230534 h 3828006"/>
                <a:gd name="connsiteX251" fmla="*/ 3259868 w 6357997"/>
                <a:gd name="connsiteY251" fmla="*/ 249683 h 3828006"/>
                <a:gd name="connsiteX252" fmla="*/ 3272356 w 6357997"/>
                <a:gd name="connsiteY252" fmla="*/ 269377 h 3828006"/>
                <a:gd name="connsiteX253" fmla="*/ 3284781 w 6357997"/>
                <a:gd name="connsiteY253" fmla="*/ 289570 h 3828006"/>
                <a:gd name="connsiteX254" fmla="*/ 3297219 w 6357997"/>
                <a:gd name="connsiteY254" fmla="*/ 310309 h 3828006"/>
                <a:gd name="connsiteX255" fmla="*/ 3309644 w 6357997"/>
                <a:gd name="connsiteY255" fmla="*/ 331594 h 3828006"/>
                <a:gd name="connsiteX256" fmla="*/ 3322119 w 6357997"/>
                <a:gd name="connsiteY256" fmla="*/ 353273 h 3828006"/>
                <a:gd name="connsiteX257" fmla="*/ 3334557 w 6357997"/>
                <a:gd name="connsiteY257" fmla="*/ 375244 h 3828006"/>
                <a:gd name="connsiteX258" fmla="*/ 3346982 w 6357997"/>
                <a:gd name="connsiteY258" fmla="*/ 397622 h 3828006"/>
                <a:gd name="connsiteX259" fmla="*/ 3359420 w 6357997"/>
                <a:gd name="connsiteY259" fmla="*/ 420342 h 3828006"/>
                <a:gd name="connsiteX260" fmla="*/ 3371845 w 6357997"/>
                <a:gd name="connsiteY260" fmla="*/ 443304 h 3828006"/>
                <a:gd name="connsiteX261" fmla="*/ 3384333 w 6357997"/>
                <a:gd name="connsiteY261" fmla="*/ 466481 h 3828006"/>
                <a:gd name="connsiteX262" fmla="*/ 3396758 w 6357997"/>
                <a:gd name="connsiteY262" fmla="*/ 489798 h 3828006"/>
                <a:gd name="connsiteX263" fmla="*/ 3409195 w 6357997"/>
                <a:gd name="connsiteY263" fmla="*/ 513255 h 3828006"/>
                <a:gd name="connsiteX264" fmla="*/ 3421621 w 6357997"/>
                <a:gd name="connsiteY264" fmla="*/ 536826 h 3828006"/>
                <a:gd name="connsiteX265" fmla="*/ 3434109 w 6357997"/>
                <a:gd name="connsiteY265" fmla="*/ 560385 h 3828006"/>
                <a:gd name="connsiteX266" fmla="*/ 3446534 w 6357997"/>
                <a:gd name="connsiteY266" fmla="*/ 584007 h 3828006"/>
                <a:gd name="connsiteX267" fmla="*/ 3458959 w 6357997"/>
                <a:gd name="connsiteY267" fmla="*/ 607565 h 3828006"/>
                <a:gd name="connsiteX268" fmla="*/ 3471397 w 6357997"/>
                <a:gd name="connsiteY268" fmla="*/ 631086 h 3828006"/>
                <a:gd name="connsiteX269" fmla="*/ 3483822 w 6357997"/>
                <a:gd name="connsiteY269" fmla="*/ 654492 h 3828006"/>
                <a:gd name="connsiteX270" fmla="*/ 3496310 w 6357997"/>
                <a:gd name="connsiteY270" fmla="*/ 677809 h 3828006"/>
                <a:gd name="connsiteX271" fmla="*/ 3508735 w 6357997"/>
                <a:gd name="connsiteY271" fmla="*/ 701025 h 3828006"/>
                <a:gd name="connsiteX272" fmla="*/ 3521172 w 6357997"/>
                <a:gd name="connsiteY272" fmla="*/ 724050 h 3828006"/>
                <a:gd name="connsiteX273" fmla="*/ 3533598 w 6357997"/>
                <a:gd name="connsiteY273" fmla="*/ 746872 h 3828006"/>
                <a:gd name="connsiteX274" fmla="*/ 3546086 w 6357997"/>
                <a:gd name="connsiteY274" fmla="*/ 769541 h 3828006"/>
                <a:gd name="connsiteX275" fmla="*/ 3558511 w 6357997"/>
                <a:gd name="connsiteY275" fmla="*/ 792008 h 3828006"/>
                <a:gd name="connsiteX276" fmla="*/ 3570948 w 6357997"/>
                <a:gd name="connsiteY276" fmla="*/ 814283 h 3828006"/>
                <a:gd name="connsiteX277" fmla="*/ 3583373 w 6357997"/>
                <a:gd name="connsiteY277" fmla="*/ 836318 h 3828006"/>
                <a:gd name="connsiteX278" fmla="*/ 3595849 w 6357997"/>
                <a:gd name="connsiteY278" fmla="*/ 858187 h 3828006"/>
                <a:gd name="connsiteX279" fmla="*/ 3608287 w 6357997"/>
                <a:gd name="connsiteY279" fmla="*/ 879917 h 3828006"/>
                <a:gd name="connsiteX280" fmla="*/ 3620712 w 6357997"/>
                <a:gd name="connsiteY280" fmla="*/ 901456 h 3828006"/>
                <a:gd name="connsiteX281" fmla="*/ 3633149 w 6357997"/>
                <a:gd name="connsiteY281" fmla="*/ 922830 h 3828006"/>
                <a:gd name="connsiteX282" fmla="*/ 3645574 w 6357997"/>
                <a:gd name="connsiteY282" fmla="*/ 944065 h 3828006"/>
                <a:gd name="connsiteX283" fmla="*/ 3658063 w 6357997"/>
                <a:gd name="connsiteY283" fmla="*/ 965198 h 3828006"/>
                <a:gd name="connsiteX284" fmla="*/ 3670488 w 6357997"/>
                <a:gd name="connsiteY284" fmla="*/ 986229 h 3828006"/>
                <a:gd name="connsiteX285" fmla="*/ 3682925 w 6357997"/>
                <a:gd name="connsiteY285" fmla="*/ 1007222 h 3828006"/>
                <a:gd name="connsiteX286" fmla="*/ 3695350 w 6357997"/>
                <a:gd name="connsiteY286" fmla="*/ 1028151 h 3828006"/>
                <a:gd name="connsiteX287" fmla="*/ 3707826 w 6357997"/>
                <a:gd name="connsiteY287" fmla="*/ 1049145 h 3828006"/>
                <a:gd name="connsiteX288" fmla="*/ 3720264 w 6357997"/>
                <a:gd name="connsiteY288" fmla="*/ 1070125 h 3828006"/>
                <a:gd name="connsiteX289" fmla="*/ 3732689 w 6357997"/>
                <a:gd name="connsiteY289" fmla="*/ 1091156 h 3828006"/>
                <a:gd name="connsiteX290" fmla="*/ 3745126 w 6357997"/>
                <a:gd name="connsiteY290" fmla="*/ 1112340 h 3828006"/>
                <a:gd name="connsiteX291" fmla="*/ 3757602 w 6357997"/>
                <a:gd name="connsiteY291" fmla="*/ 1133676 h 3828006"/>
                <a:gd name="connsiteX292" fmla="*/ 3770040 w 6357997"/>
                <a:gd name="connsiteY292" fmla="*/ 1155151 h 3828006"/>
                <a:gd name="connsiteX293" fmla="*/ 3782465 w 6357997"/>
                <a:gd name="connsiteY293" fmla="*/ 1176830 h 3828006"/>
                <a:gd name="connsiteX294" fmla="*/ 3794902 w 6357997"/>
                <a:gd name="connsiteY294" fmla="*/ 1198763 h 3828006"/>
                <a:gd name="connsiteX295" fmla="*/ 3807327 w 6357997"/>
                <a:gd name="connsiteY295" fmla="*/ 1220988 h 3828006"/>
                <a:gd name="connsiteX296" fmla="*/ 3819803 w 6357997"/>
                <a:gd name="connsiteY296" fmla="*/ 1243505 h 3828006"/>
                <a:gd name="connsiteX297" fmla="*/ 3832241 w 6357997"/>
                <a:gd name="connsiteY297" fmla="*/ 1266327 h 3828006"/>
                <a:gd name="connsiteX298" fmla="*/ 3844666 w 6357997"/>
                <a:gd name="connsiteY298" fmla="*/ 1289492 h 3828006"/>
                <a:gd name="connsiteX299" fmla="*/ 3857103 w 6357997"/>
                <a:gd name="connsiteY299" fmla="*/ 1313165 h 3828006"/>
                <a:gd name="connsiteX300" fmla="*/ 3869579 w 6357997"/>
                <a:gd name="connsiteY300" fmla="*/ 1337168 h 3828006"/>
                <a:gd name="connsiteX301" fmla="*/ 3882017 w 6357997"/>
                <a:gd name="connsiteY301" fmla="*/ 1361577 h 3828006"/>
                <a:gd name="connsiteX302" fmla="*/ 3894442 w 6357997"/>
                <a:gd name="connsiteY302" fmla="*/ 1386380 h 3828006"/>
                <a:gd name="connsiteX303" fmla="*/ 3906879 w 6357997"/>
                <a:gd name="connsiteY303" fmla="*/ 1411679 h 3828006"/>
                <a:gd name="connsiteX304" fmla="*/ 3919355 w 6357997"/>
                <a:gd name="connsiteY304" fmla="*/ 1437536 h 3828006"/>
                <a:gd name="connsiteX305" fmla="*/ 3931780 w 6357997"/>
                <a:gd name="connsiteY305" fmla="*/ 1463774 h 3828006"/>
                <a:gd name="connsiteX306" fmla="*/ 3944218 w 6357997"/>
                <a:gd name="connsiteY306" fmla="*/ 1490470 h 3828006"/>
                <a:gd name="connsiteX307" fmla="*/ 3956643 w 6357997"/>
                <a:gd name="connsiteY307" fmla="*/ 1517546 h 3828006"/>
                <a:gd name="connsiteX308" fmla="*/ 3969080 w 6357997"/>
                <a:gd name="connsiteY308" fmla="*/ 1545232 h 3828006"/>
                <a:gd name="connsiteX309" fmla="*/ 3981556 w 6357997"/>
                <a:gd name="connsiteY309" fmla="*/ 1573362 h 3828006"/>
                <a:gd name="connsiteX310" fmla="*/ 3993993 w 6357997"/>
                <a:gd name="connsiteY310" fmla="*/ 1601836 h 3828006"/>
                <a:gd name="connsiteX311" fmla="*/ 4006419 w 6357997"/>
                <a:gd name="connsiteY311" fmla="*/ 1630716 h 3828006"/>
                <a:gd name="connsiteX312" fmla="*/ 4018856 w 6357997"/>
                <a:gd name="connsiteY312" fmla="*/ 1660027 h 3828006"/>
                <a:gd name="connsiteX313" fmla="*/ 4031332 w 6357997"/>
                <a:gd name="connsiteY313" fmla="*/ 1689745 h 3828006"/>
                <a:gd name="connsiteX314" fmla="*/ 4043757 w 6357997"/>
                <a:gd name="connsiteY314" fmla="*/ 1719806 h 3828006"/>
                <a:gd name="connsiteX315" fmla="*/ 4056195 w 6357997"/>
                <a:gd name="connsiteY315" fmla="*/ 1750121 h 3828006"/>
                <a:gd name="connsiteX316" fmla="*/ 4068620 w 6357997"/>
                <a:gd name="connsiteY316" fmla="*/ 1780677 h 3828006"/>
                <a:gd name="connsiteX317" fmla="*/ 4081057 w 6357997"/>
                <a:gd name="connsiteY317" fmla="*/ 1811589 h 3828006"/>
                <a:gd name="connsiteX318" fmla="*/ 4093533 w 6357997"/>
                <a:gd name="connsiteY318" fmla="*/ 1842640 h 3828006"/>
                <a:gd name="connsiteX319" fmla="*/ 4105970 w 6357997"/>
                <a:gd name="connsiteY319" fmla="*/ 1873844 h 3828006"/>
                <a:gd name="connsiteX320" fmla="*/ 4118396 w 6357997"/>
                <a:gd name="connsiteY320" fmla="*/ 1905150 h 3828006"/>
                <a:gd name="connsiteX321" fmla="*/ 4130833 w 6357997"/>
                <a:gd name="connsiteY321" fmla="*/ 1936506 h 3828006"/>
                <a:gd name="connsiteX322" fmla="*/ 4143309 w 6357997"/>
                <a:gd name="connsiteY322" fmla="*/ 1967901 h 3828006"/>
                <a:gd name="connsiteX323" fmla="*/ 4155734 w 6357997"/>
                <a:gd name="connsiteY323" fmla="*/ 1999257 h 3828006"/>
                <a:gd name="connsiteX324" fmla="*/ 4168171 w 6357997"/>
                <a:gd name="connsiteY324" fmla="*/ 2030562 h 3828006"/>
                <a:gd name="connsiteX325" fmla="*/ 4180597 w 6357997"/>
                <a:gd name="connsiteY325" fmla="*/ 2061715 h 3828006"/>
                <a:gd name="connsiteX326" fmla="*/ 4193085 w 6357997"/>
                <a:gd name="connsiteY326" fmla="*/ 2092678 h 3828006"/>
                <a:gd name="connsiteX327" fmla="*/ 4205510 w 6357997"/>
                <a:gd name="connsiteY327" fmla="*/ 2123374 h 3828006"/>
                <a:gd name="connsiteX328" fmla="*/ 4217947 w 6357997"/>
                <a:gd name="connsiteY328" fmla="*/ 2153892 h 3828006"/>
                <a:gd name="connsiteX329" fmla="*/ 4230373 w 6357997"/>
                <a:gd name="connsiteY329" fmla="*/ 2184055 h 3828006"/>
                <a:gd name="connsiteX330" fmla="*/ 4242810 w 6357997"/>
                <a:gd name="connsiteY330" fmla="*/ 2213773 h 3828006"/>
                <a:gd name="connsiteX331" fmla="*/ 4255286 w 6357997"/>
                <a:gd name="connsiteY331" fmla="*/ 2243084 h 3828006"/>
                <a:gd name="connsiteX332" fmla="*/ 4267723 w 6357997"/>
                <a:gd name="connsiteY332" fmla="*/ 2271964 h 3828006"/>
                <a:gd name="connsiteX333" fmla="*/ 4280149 w 6357997"/>
                <a:gd name="connsiteY333" fmla="*/ 2300387 h 3828006"/>
                <a:gd name="connsiteX334" fmla="*/ 4292574 w 6357997"/>
                <a:gd name="connsiteY334" fmla="*/ 2328314 h 3828006"/>
                <a:gd name="connsiteX335" fmla="*/ 4305062 w 6357997"/>
                <a:gd name="connsiteY335" fmla="*/ 2355555 h 3828006"/>
                <a:gd name="connsiteX336" fmla="*/ 4317487 w 6357997"/>
                <a:gd name="connsiteY336" fmla="*/ 2382238 h 3828006"/>
                <a:gd name="connsiteX337" fmla="*/ 4329924 w 6357997"/>
                <a:gd name="connsiteY337" fmla="*/ 2408337 h 3828006"/>
                <a:gd name="connsiteX338" fmla="*/ 4342350 w 6357997"/>
                <a:gd name="connsiteY338" fmla="*/ 2433889 h 3828006"/>
                <a:gd name="connsiteX339" fmla="*/ 4354838 w 6357997"/>
                <a:gd name="connsiteY339" fmla="*/ 2458692 h 3828006"/>
                <a:gd name="connsiteX340" fmla="*/ 4367263 w 6357997"/>
                <a:gd name="connsiteY340" fmla="*/ 2482797 h 3828006"/>
                <a:gd name="connsiteX341" fmla="*/ 4379700 w 6357997"/>
                <a:gd name="connsiteY341" fmla="*/ 2506317 h 3828006"/>
                <a:gd name="connsiteX342" fmla="*/ 4392125 w 6357997"/>
                <a:gd name="connsiteY342" fmla="*/ 2529190 h 3828006"/>
                <a:gd name="connsiteX343" fmla="*/ 4404563 w 6357997"/>
                <a:gd name="connsiteY343" fmla="*/ 2551466 h 3828006"/>
                <a:gd name="connsiteX344" fmla="*/ 4417039 w 6357997"/>
                <a:gd name="connsiteY344" fmla="*/ 2572891 h 3828006"/>
                <a:gd name="connsiteX345" fmla="*/ 4429464 w 6357997"/>
                <a:gd name="connsiteY345" fmla="*/ 2593731 h 3828006"/>
                <a:gd name="connsiteX346" fmla="*/ 4441901 w 6357997"/>
                <a:gd name="connsiteY346" fmla="*/ 2614013 h 3828006"/>
                <a:gd name="connsiteX347" fmla="*/ 4454326 w 6357997"/>
                <a:gd name="connsiteY347" fmla="*/ 2633762 h 3828006"/>
                <a:gd name="connsiteX348" fmla="*/ 4466815 w 6357997"/>
                <a:gd name="connsiteY348" fmla="*/ 2652812 h 3828006"/>
                <a:gd name="connsiteX349" fmla="*/ 4479240 w 6357997"/>
                <a:gd name="connsiteY349" fmla="*/ 2671265 h 3828006"/>
                <a:gd name="connsiteX350" fmla="*/ 4491677 w 6357997"/>
                <a:gd name="connsiteY350" fmla="*/ 2689223 h 3828006"/>
                <a:gd name="connsiteX351" fmla="*/ 4504102 w 6357997"/>
                <a:gd name="connsiteY351" fmla="*/ 2706787 h 3828006"/>
                <a:gd name="connsiteX352" fmla="*/ 4516578 w 6357997"/>
                <a:gd name="connsiteY352" fmla="*/ 2723805 h 3828006"/>
                <a:gd name="connsiteX353" fmla="*/ 4529016 w 6357997"/>
                <a:gd name="connsiteY353" fmla="*/ 2740327 h 3828006"/>
                <a:gd name="connsiteX354" fmla="*/ 4541441 w 6357997"/>
                <a:gd name="connsiteY354" fmla="*/ 2756444 h 3828006"/>
                <a:gd name="connsiteX355" fmla="*/ 4553878 w 6357997"/>
                <a:gd name="connsiteY355" fmla="*/ 2772268 h 3828006"/>
                <a:gd name="connsiteX356" fmla="*/ 4566303 w 6357997"/>
                <a:gd name="connsiteY356" fmla="*/ 2787749 h 3828006"/>
                <a:gd name="connsiteX357" fmla="*/ 4578792 w 6357997"/>
                <a:gd name="connsiteY357" fmla="*/ 2802824 h 3828006"/>
                <a:gd name="connsiteX358" fmla="*/ 4591217 w 6357997"/>
                <a:gd name="connsiteY358" fmla="*/ 2817658 h 3828006"/>
                <a:gd name="connsiteX359" fmla="*/ 4603654 w 6357997"/>
                <a:gd name="connsiteY359" fmla="*/ 2832301 h 3828006"/>
                <a:gd name="connsiteX360" fmla="*/ 4616079 w 6357997"/>
                <a:gd name="connsiteY360" fmla="*/ 2846690 h 3828006"/>
                <a:gd name="connsiteX361" fmla="*/ 4628555 w 6357997"/>
                <a:gd name="connsiteY361" fmla="*/ 2860876 h 3828006"/>
                <a:gd name="connsiteX362" fmla="*/ 4640993 w 6357997"/>
                <a:gd name="connsiteY362" fmla="*/ 2874859 h 3828006"/>
                <a:gd name="connsiteX363" fmla="*/ 4653418 w 6357997"/>
                <a:gd name="connsiteY363" fmla="*/ 2888752 h 3828006"/>
                <a:gd name="connsiteX364" fmla="*/ 4665855 w 6357997"/>
                <a:gd name="connsiteY364" fmla="*/ 2902494 h 3828006"/>
                <a:gd name="connsiteX365" fmla="*/ 4678280 w 6357997"/>
                <a:gd name="connsiteY365" fmla="*/ 2916083 h 3828006"/>
                <a:gd name="connsiteX366" fmla="*/ 4690769 w 6357997"/>
                <a:gd name="connsiteY366" fmla="*/ 2929634 h 3828006"/>
                <a:gd name="connsiteX367" fmla="*/ 4703194 w 6357997"/>
                <a:gd name="connsiteY367" fmla="*/ 2943032 h 3828006"/>
                <a:gd name="connsiteX368" fmla="*/ 4715631 w 6357997"/>
                <a:gd name="connsiteY368" fmla="*/ 2956367 h 3828006"/>
                <a:gd name="connsiteX369" fmla="*/ 4728056 w 6357997"/>
                <a:gd name="connsiteY369" fmla="*/ 2969613 h 3828006"/>
                <a:gd name="connsiteX370" fmla="*/ 4740544 w 6357997"/>
                <a:gd name="connsiteY370" fmla="*/ 2982809 h 3828006"/>
                <a:gd name="connsiteX371" fmla="*/ 4752970 w 6357997"/>
                <a:gd name="connsiteY371" fmla="*/ 2995915 h 3828006"/>
                <a:gd name="connsiteX372" fmla="*/ 4765395 w 6357997"/>
                <a:gd name="connsiteY372" fmla="*/ 3008958 h 3828006"/>
                <a:gd name="connsiteX373" fmla="*/ 4777832 w 6357997"/>
                <a:gd name="connsiteY373" fmla="*/ 3021899 h 3828006"/>
                <a:gd name="connsiteX374" fmla="*/ 4790308 w 6357997"/>
                <a:gd name="connsiteY374" fmla="*/ 3034802 h 3828006"/>
                <a:gd name="connsiteX375" fmla="*/ 4802745 w 6357997"/>
                <a:gd name="connsiteY375" fmla="*/ 3047604 h 3828006"/>
                <a:gd name="connsiteX376" fmla="*/ 4815171 w 6357997"/>
                <a:gd name="connsiteY376" fmla="*/ 3060304 h 3828006"/>
                <a:gd name="connsiteX377" fmla="*/ 4827608 w 6357997"/>
                <a:gd name="connsiteY377" fmla="*/ 3072902 h 3828006"/>
                <a:gd name="connsiteX378" fmla="*/ 4840033 w 6357997"/>
                <a:gd name="connsiteY378" fmla="*/ 3085399 h 3828006"/>
                <a:gd name="connsiteX379" fmla="*/ 4852521 w 6357997"/>
                <a:gd name="connsiteY379" fmla="*/ 3097807 h 3828006"/>
                <a:gd name="connsiteX380" fmla="*/ 4864947 w 6357997"/>
                <a:gd name="connsiteY380" fmla="*/ 3110062 h 3828006"/>
                <a:gd name="connsiteX381" fmla="*/ 4877372 w 6357997"/>
                <a:gd name="connsiteY381" fmla="*/ 3122216 h 3828006"/>
                <a:gd name="connsiteX382" fmla="*/ 4889809 w 6357997"/>
                <a:gd name="connsiteY382" fmla="*/ 3134218 h 3828006"/>
                <a:gd name="connsiteX383" fmla="*/ 4902285 w 6357997"/>
                <a:gd name="connsiteY383" fmla="*/ 3146080 h 3828006"/>
                <a:gd name="connsiteX384" fmla="*/ 4914722 w 6357997"/>
                <a:gd name="connsiteY384" fmla="*/ 3157789 h 3828006"/>
                <a:gd name="connsiteX385" fmla="*/ 4927148 w 6357997"/>
                <a:gd name="connsiteY385" fmla="*/ 3169346 h 3828006"/>
                <a:gd name="connsiteX386" fmla="*/ 4939585 w 6357997"/>
                <a:gd name="connsiteY386" fmla="*/ 3180751 h 3828006"/>
                <a:gd name="connsiteX387" fmla="*/ 4952061 w 6357997"/>
                <a:gd name="connsiteY387" fmla="*/ 3192016 h 3828006"/>
                <a:gd name="connsiteX388" fmla="*/ 4964498 w 6357997"/>
                <a:gd name="connsiteY388" fmla="*/ 3203077 h 3828006"/>
                <a:gd name="connsiteX389" fmla="*/ 4976923 w 6357997"/>
                <a:gd name="connsiteY389" fmla="*/ 3213948 h 3828006"/>
                <a:gd name="connsiteX390" fmla="*/ 4989349 w 6357997"/>
                <a:gd name="connsiteY390" fmla="*/ 3224655 h 3828006"/>
                <a:gd name="connsiteX391" fmla="*/ 5001786 w 6357997"/>
                <a:gd name="connsiteY391" fmla="*/ 3235221 h 3828006"/>
                <a:gd name="connsiteX392" fmla="*/ 5014262 w 6357997"/>
                <a:gd name="connsiteY392" fmla="*/ 3245597 h 3828006"/>
                <a:gd name="connsiteX393" fmla="*/ 5026699 w 6357997"/>
                <a:gd name="connsiteY393" fmla="*/ 3255769 h 3828006"/>
                <a:gd name="connsiteX394" fmla="*/ 5039124 w 6357997"/>
                <a:gd name="connsiteY394" fmla="*/ 3265739 h 3828006"/>
                <a:gd name="connsiteX395" fmla="*/ 5051562 w 6357997"/>
                <a:gd name="connsiteY395" fmla="*/ 3275556 h 3828006"/>
                <a:gd name="connsiteX396" fmla="*/ 5064038 w 6357997"/>
                <a:gd name="connsiteY396" fmla="*/ 3285183 h 3828006"/>
                <a:gd name="connsiteX397" fmla="*/ 5076475 w 6357997"/>
                <a:gd name="connsiteY397" fmla="*/ 3294606 h 3828006"/>
                <a:gd name="connsiteX398" fmla="*/ 5088900 w 6357997"/>
                <a:gd name="connsiteY398" fmla="*/ 3303788 h 3828006"/>
                <a:gd name="connsiteX399" fmla="*/ 5101338 w 6357997"/>
                <a:gd name="connsiteY399" fmla="*/ 3312818 h 3828006"/>
                <a:gd name="connsiteX400" fmla="*/ 5113814 w 6357997"/>
                <a:gd name="connsiteY400" fmla="*/ 3321695 h 3828006"/>
                <a:gd name="connsiteX401" fmla="*/ 5126239 w 6357997"/>
                <a:gd name="connsiteY401" fmla="*/ 3330382 h 3828006"/>
                <a:gd name="connsiteX402" fmla="*/ 5138676 w 6357997"/>
                <a:gd name="connsiteY402" fmla="*/ 3338815 h 3828006"/>
                <a:gd name="connsiteX403" fmla="*/ 5151101 w 6357997"/>
                <a:gd name="connsiteY403" fmla="*/ 3347095 h 3828006"/>
                <a:gd name="connsiteX404" fmla="*/ 5163539 w 6357997"/>
                <a:gd name="connsiteY404" fmla="*/ 3355236 h 3828006"/>
                <a:gd name="connsiteX405" fmla="*/ 5176015 w 6357997"/>
                <a:gd name="connsiteY405" fmla="*/ 3363173 h 3828006"/>
                <a:gd name="connsiteX406" fmla="*/ 5188452 w 6357997"/>
                <a:gd name="connsiteY406" fmla="*/ 3370908 h 3828006"/>
                <a:gd name="connsiteX407" fmla="*/ 5200877 w 6357997"/>
                <a:gd name="connsiteY407" fmla="*/ 3378451 h 3828006"/>
                <a:gd name="connsiteX408" fmla="*/ 5213315 w 6357997"/>
                <a:gd name="connsiteY408" fmla="*/ 3385843 h 3828006"/>
                <a:gd name="connsiteX409" fmla="*/ 5225791 w 6357997"/>
                <a:gd name="connsiteY409" fmla="*/ 3393082 h 3828006"/>
                <a:gd name="connsiteX410" fmla="*/ 5238216 w 6357997"/>
                <a:gd name="connsiteY410" fmla="*/ 3400130 h 3828006"/>
                <a:gd name="connsiteX411" fmla="*/ 5250653 w 6357997"/>
                <a:gd name="connsiteY411" fmla="*/ 3407026 h 3828006"/>
                <a:gd name="connsiteX412" fmla="*/ 5263078 w 6357997"/>
                <a:gd name="connsiteY412" fmla="*/ 3413821 h 3828006"/>
                <a:gd name="connsiteX413" fmla="*/ 5275516 w 6357997"/>
                <a:gd name="connsiteY413" fmla="*/ 3420463 h 3828006"/>
                <a:gd name="connsiteX414" fmla="*/ 5287992 w 6357997"/>
                <a:gd name="connsiteY414" fmla="*/ 3426966 h 3828006"/>
                <a:gd name="connsiteX415" fmla="*/ 5300429 w 6357997"/>
                <a:gd name="connsiteY415" fmla="*/ 3433366 h 3828006"/>
                <a:gd name="connsiteX416" fmla="*/ 5312854 w 6357997"/>
                <a:gd name="connsiteY416" fmla="*/ 3439666 h 3828006"/>
                <a:gd name="connsiteX417" fmla="*/ 5325292 w 6357997"/>
                <a:gd name="connsiteY417" fmla="*/ 3445863 h 3828006"/>
                <a:gd name="connsiteX418" fmla="*/ 5337768 w 6357997"/>
                <a:gd name="connsiteY418" fmla="*/ 3451972 h 3828006"/>
                <a:gd name="connsiteX419" fmla="*/ 5350193 w 6357997"/>
                <a:gd name="connsiteY419" fmla="*/ 3458017 h 3828006"/>
                <a:gd name="connsiteX420" fmla="*/ 5375055 w 6357997"/>
                <a:gd name="connsiteY420" fmla="*/ 3470031 h 3828006"/>
                <a:gd name="connsiteX421" fmla="*/ 5387543 w 6357997"/>
                <a:gd name="connsiteY421" fmla="*/ 3475975 h 3828006"/>
                <a:gd name="connsiteX422" fmla="*/ 5424831 w 6357997"/>
                <a:gd name="connsiteY422" fmla="*/ 3493844 h 3828006"/>
                <a:gd name="connsiteX423" fmla="*/ 5437269 w 6357997"/>
                <a:gd name="connsiteY423" fmla="*/ 3499838 h 3828006"/>
                <a:gd name="connsiteX424" fmla="*/ 5449745 w 6357997"/>
                <a:gd name="connsiteY424" fmla="*/ 3505896 h 3828006"/>
                <a:gd name="connsiteX425" fmla="*/ 5462170 w 6357997"/>
                <a:gd name="connsiteY425" fmla="*/ 3511941 h 3828006"/>
                <a:gd name="connsiteX426" fmla="*/ 5474607 w 6357997"/>
                <a:gd name="connsiteY426" fmla="*/ 3518151 h 3828006"/>
                <a:gd name="connsiteX427" fmla="*/ 5487032 w 6357997"/>
                <a:gd name="connsiteY427" fmla="*/ 3524400 h 3828006"/>
                <a:gd name="connsiteX428" fmla="*/ 5499520 w 6357997"/>
                <a:gd name="connsiteY428" fmla="*/ 3530699 h 3828006"/>
                <a:gd name="connsiteX429" fmla="*/ 5511946 w 6357997"/>
                <a:gd name="connsiteY429" fmla="*/ 3537100 h 3828006"/>
                <a:gd name="connsiteX430" fmla="*/ 5524383 w 6357997"/>
                <a:gd name="connsiteY430" fmla="*/ 3543653 h 3828006"/>
                <a:gd name="connsiteX431" fmla="*/ 5536808 w 6357997"/>
                <a:gd name="connsiteY431" fmla="*/ 3550244 h 3828006"/>
                <a:gd name="connsiteX432" fmla="*/ 5549296 w 6357997"/>
                <a:gd name="connsiteY432" fmla="*/ 3556988 h 3828006"/>
                <a:gd name="connsiteX433" fmla="*/ 5561721 w 6357997"/>
                <a:gd name="connsiteY433" fmla="*/ 3563783 h 3828006"/>
                <a:gd name="connsiteX434" fmla="*/ 5574159 w 6357997"/>
                <a:gd name="connsiteY434" fmla="*/ 3570679 h 3828006"/>
                <a:gd name="connsiteX435" fmla="*/ 5586584 w 6357997"/>
                <a:gd name="connsiteY435" fmla="*/ 3577727 h 3828006"/>
                <a:gd name="connsiteX436" fmla="*/ 5599009 w 6357997"/>
                <a:gd name="connsiteY436" fmla="*/ 3584826 h 3828006"/>
                <a:gd name="connsiteX437" fmla="*/ 5611497 w 6357997"/>
                <a:gd name="connsiteY437" fmla="*/ 3592015 h 3828006"/>
                <a:gd name="connsiteX438" fmla="*/ 5623922 w 6357997"/>
                <a:gd name="connsiteY438" fmla="*/ 3599254 h 3828006"/>
                <a:gd name="connsiteX439" fmla="*/ 5648785 w 6357997"/>
                <a:gd name="connsiteY439" fmla="*/ 3614049 h 3828006"/>
                <a:gd name="connsiteX440" fmla="*/ 5661273 w 6357997"/>
                <a:gd name="connsiteY440" fmla="*/ 3621530 h 3828006"/>
                <a:gd name="connsiteX441" fmla="*/ 5686136 w 6357997"/>
                <a:gd name="connsiteY441" fmla="*/ 3636516 h 3828006"/>
                <a:gd name="connsiteX442" fmla="*/ 5698561 w 6357997"/>
                <a:gd name="connsiteY442" fmla="*/ 3644059 h 3828006"/>
                <a:gd name="connsiteX443" fmla="*/ 5711037 w 6357997"/>
                <a:gd name="connsiteY443" fmla="*/ 3651603 h 3828006"/>
                <a:gd name="connsiteX444" fmla="*/ 5723474 w 6357997"/>
                <a:gd name="connsiteY444" fmla="*/ 3659134 h 3828006"/>
                <a:gd name="connsiteX445" fmla="*/ 5748337 w 6357997"/>
                <a:gd name="connsiteY445" fmla="*/ 3674019 h 3828006"/>
                <a:gd name="connsiteX446" fmla="*/ 5760762 w 6357997"/>
                <a:gd name="connsiteY446" fmla="*/ 3681359 h 3828006"/>
                <a:gd name="connsiteX447" fmla="*/ 5773250 w 6357997"/>
                <a:gd name="connsiteY447" fmla="*/ 3688649 h 3828006"/>
                <a:gd name="connsiteX448" fmla="*/ 5785675 w 6357997"/>
                <a:gd name="connsiteY448" fmla="*/ 3695850 h 3828006"/>
                <a:gd name="connsiteX449" fmla="*/ 5798113 w 6357997"/>
                <a:gd name="connsiteY449" fmla="*/ 3702949 h 3828006"/>
                <a:gd name="connsiteX450" fmla="*/ 5810538 w 6357997"/>
                <a:gd name="connsiteY450" fmla="*/ 3709833 h 3828006"/>
                <a:gd name="connsiteX451" fmla="*/ 5823014 w 6357997"/>
                <a:gd name="connsiteY451" fmla="*/ 3716640 h 3828006"/>
                <a:gd name="connsiteX452" fmla="*/ 5835451 w 6357997"/>
                <a:gd name="connsiteY452" fmla="*/ 3723282 h 3828006"/>
                <a:gd name="connsiteX453" fmla="*/ 5847876 w 6357997"/>
                <a:gd name="connsiteY453" fmla="*/ 3729784 h 3828006"/>
                <a:gd name="connsiteX454" fmla="*/ 5860314 w 6357997"/>
                <a:gd name="connsiteY454" fmla="*/ 3736033 h 3828006"/>
                <a:gd name="connsiteX455" fmla="*/ 5872739 w 6357997"/>
                <a:gd name="connsiteY455" fmla="*/ 3742129 h 3828006"/>
                <a:gd name="connsiteX456" fmla="*/ 5885227 w 6357997"/>
                <a:gd name="connsiteY456" fmla="*/ 3748034 h 3828006"/>
                <a:gd name="connsiteX457" fmla="*/ 5897652 w 6357997"/>
                <a:gd name="connsiteY457" fmla="*/ 3753749 h 3828006"/>
                <a:gd name="connsiteX458" fmla="*/ 5910090 w 6357997"/>
                <a:gd name="connsiteY458" fmla="*/ 3759147 h 3828006"/>
                <a:gd name="connsiteX459" fmla="*/ 5922515 w 6357997"/>
                <a:gd name="connsiteY459" fmla="*/ 3764354 h 3828006"/>
                <a:gd name="connsiteX460" fmla="*/ 5934991 w 6357997"/>
                <a:gd name="connsiteY460" fmla="*/ 3769370 h 3828006"/>
                <a:gd name="connsiteX461" fmla="*/ 5947429 w 6357997"/>
                <a:gd name="connsiteY461" fmla="*/ 3774133 h 3828006"/>
                <a:gd name="connsiteX462" fmla="*/ 5959853 w 6357997"/>
                <a:gd name="connsiteY462" fmla="*/ 3778692 h 3828006"/>
                <a:gd name="connsiteX463" fmla="*/ 5972291 w 6357997"/>
                <a:gd name="connsiteY463" fmla="*/ 3782909 h 3828006"/>
                <a:gd name="connsiteX464" fmla="*/ 5984766 w 6357997"/>
                <a:gd name="connsiteY464" fmla="*/ 3786934 h 3828006"/>
                <a:gd name="connsiteX465" fmla="*/ 5997204 w 6357997"/>
                <a:gd name="connsiteY465" fmla="*/ 3790757 h 3828006"/>
                <a:gd name="connsiteX466" fmla="*/ 6009629 w 6357997"/>
                <a:gd name="connsiteY466" fmla="*/ 3794326 h 3828006"/>
                <a:gd name="connsiteX467" fmla="*/ 6022067 w 6357997"/>
                <a:gd name="connsiteY467" fmla="*/ 3797602 h 3828006"/>
                <a:gd name="connsiteX468" fmla="*/ 6034491 w 6357997"/>
                <a:gd name="connsiteY468" fmla="*/ 3800676 h 3828006"/>
                <a:gd name="connsiteX469" fmla="*/ 6046967 w 6357997"/>
                <a:gd name="connsiteY469" fmla="*/ 3803495 h 3828006"/>
                <a:gd name="connsiteX470" fmla="*/ 6059405 w 6357997"/>
                <a:gd name="connsiteY470" fmla="*/ 3806124 h 3828006"/>
                <a:gd name="connsiteX471" fmla="*/ 6071830 w 6357997"/>
                <a:gd name="connsiteY471" fmla="*/ 3808562 h 3828006"/>
                <a:gd name="connsiteX472" fmla="*/ 6084268 w 6357997"/>
                <a:gd name="connsiteY472" fmla="*/ 3810747 h 3828006"/>
                <a:gd name="connsiteX473" fmla="*/ 6096744 w 6357997"/>
                <a:gd name="connsiteY473" fmla="*/ 3812728 h 3828006"/>
                <a:gd name="connsiteX474" fmla="*/ 6109181 w 6357997"/>
                <a:gd name="connsiteY474" fmla="*/ 3814569 h 3828006"/>
                <a:gd name="connsiteX475" fmla="*/ 6121606 w 6357997"/>
                <a:gd name="connsiteY475" fmla="*/ 3816195 h 3828006"/>
                <a:gd name="connsiteX476" fmla="*/ 6134044 w 6357997"/>
                <a:gd name="connsiteY476" fmla="*/ 3817643 h 3828006"/>
                <a:gd name="connsiteX477" fmla="*/ 6146519 w 6357997"/>
                <a:gd name="connsiteY477" fmla="*/ 3818977 h 3828006"/>
                <a:gd name="connsiteX478" fmla="*/ 6158945 w 6357997"/>
                <a:gd name="connsiteY478" fmla="*/ 3820119 h 3828006"/>
                <a:gd name="connsiteX479" fmla="*/ 6171382 w 6357997"/>
                <a:gd name="connsiteY479" fmla="*/ 3821161 h 3828006"/>
                <a:gd name="connsiteX480" fmla="*/ 6183807 w 6357997"/>
                <a:gd name="connsiteY480" fmla="*/ 3822050 h 3828006"/>
                <a:gd name="connsiteX481" fmla="*/ 6196245 w 6357997"/>
                <a:gd name="connsiteY481" fmla="*/ 3822850 h 3828006"/>
                <a:gd name="connsiteX482" fmla="*/ 6208720 w 6357997"/>
                <a:gd name="connsiteY482" fmla="*/ 3823548 h 3828006"/>
                <a:gd name="connsiteX483" fmla="*/ 6221158 w 6357997"/>
                <a:gd name="connsiteY483" fmla="*/ 3824184 h 3828006"/>
                <a:gd name="connsiteX484" fmla="*/ 6246021 w 6357997"/>
                <a:gd name="connsiteY484" fmla="*/ 3825174 h 3828006"/>
                <a:gd name="connsiteX485" fmla="*/ 6258496 w 6357997"/>
                <a:gd name="connsiteY485" fmla="*/ 3825580 h 3828006"/>
                <a:gd name="connsiteX486" fmla="*/ 6283359 w 6357997"/>
                <a:gd name="connsiteY486" fmla="*/ 3826266 h 3828006"/>
                <a:gd name="connsiteX487" fmla="*/ 6295784 w 6357997"/>
                <a:gd name="connsiteY487" fmla="*/ 3826571 h 3828006"/>
                <a:gd name="connsiteX488" fmla="*/ 6308273 w 6357997"/>
                <a:gd name="connsiteY488" fmla="*/ 3826863 h 3828006"/>
                <a:gd name="connsiteX489" fmla="*/ 6320697 w 6357997"/>
                <a:gd name="connsiteY489" fmla="*/ 3827168 h 3828006"/>
                <a:gd name="connsiteX490" fmla="*/ 6333135 w 6357997"/>
                <a:gd name="connsiteY490" fmla="*/ 3827409 h 3828006"/>
                <a:gd name="connsiteX491" fmla="*/ 6357998 w 6357997"/>
                <a:gd name="connsiteY491" fmla="*/ 3828006 h 3828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</a:cxnLst>
              <a:rect l="l" t="t" r="r" b="b"/>
              <a:pathLst>
                <a:path w="6357997" h="3828006">
                  <a:moveTo>
                    <a:pt x="0" y="3778451"/>
                  </a:moveTo>
                  <a:lnTo>
                    <a:pt x="12480" y="3775466"/>
                  </a:lnTo>
                  <a:lnTo>
                    <a:pt x="49772" y="3766538"/>
                  </a:lnTo>
                  <a:lnTo>
                    <a:pt x="62203" y="3763617"/>
                  </a:lnTo>
                  <a:lnTo>
                    <a:pt x="74684" y="3760633"/>
                  </a:lnTo>
                  <a:lnTo>
                    <a:pt x="87114" y="3757762"/>
                  </a:lnTo>
                  <a:lnTo>
                    <a:pt x="99546" y="3754829"/>
                  </a:lnTo>
                  <a:lnTo>
                    <a:pt x="111977" y="3751959"/>
                  </a:lnTo>
                  <a:lnTo>
                    <a:pt x="124458" y="3749076"/>
                  </a:lnTo>
                  <a:lnTo>
                    <a:pt x="136888" y="3746256"/>
                  </a:lnTo>
                  <a:lnTo>
                    <a:pt x="149319" y="3743373"/>
                  </a:lnTo>
                  <a:lnTo>
                    <a:pt x="161750" y="3740541"/>
                  </a:lnTo>
                  <a:lnTo>
                    <a:pt x="174230" y="3737773"/>
                  </a:lnTo>
                  <a:lnTo>
                    <a:pt x="186661" y="3734890"/>
                  </a:lnTo>
                  <a:lnTo>
                    <a:pt x="199093" y="3732058"/>
                  </a:lnTo>
                  <a:lnTo>
                    <a:pt x="223954" y="3726305"/>
                  </a:lnTo>
                  <a:lnTo>
                    <a:pt x="236435" y="3723333"/>
                  </a:lnTo>
                  <a:lnTo>
                    <a:pt x="248866" y="3720310"/>
                  </a:lnTo>
                  <a:lnTo>
                    <a:pt x="261296" y="3717186"/>
                  </a:lnTo>
                  <a:lnTo>
                    <a:pt x="273727" y="3714011"/>
                  </a:lnTo>
                  <a:lnTo>
                    <a:pt x="286208" y="3710684"/>
                  </a:lnTo>
                  <a:lnTo>
                    <a:pt x="298638" y="3707204"/>
                  </a:lnTo>
                  <a:lnTo>
                    <a:pt x="311069" y="3703584"/>
                  </a:lnTo>
                  <a:lnTo>
                    <a:pt x="323501" y="3699812"/>
                  </a:lnTo>
                  <a:lnTo>
                    <a:pt x="335982" y="3695799"/>
                  </a:lnTo>
                  <a:lnTo>
                    <a:pt x="348412" y="3691634"/>
                  </a:lnTo>
                  <a:lnTo>
                    <a:pt x="360843" y="3687163"/>
                  </a:lnTo>
                  <a:lnTo>
                    <a:pt x="373274" y="3682452"/>
                  </a:lnTo>
                  <a:lnTo>
                    <a:pt x="385704" y="3677498"/>
                  </a:lnTo>
                  <a:lnTo>
                    <a:pt x="398185" y="3672279"/>
                  </a:lnTo>
                  <a:lnTo>
                    <a:pt x="410616" y="3666678"/>
                  </a:lnTo>
                  <a:lnTo>
                    <a:pt x="423046" y="3660773"/>
                  </a:lnTo>
                  <a:lnTo>
                    <a:pt x="435478" y="3654524"/>
                  </a:lnTo>
                  <a:lnTo>
                    <a:pt x="447959" y="3647971"/>
                  </a:lnTo>
                  <a:lnTo>
                    <a:pt x="460390" y="3641075"/>
                  </a:lnTo>
                  <a:lnTo>
                    <a:pt x="472820" y="3633734"/>
                  </a:lnTo>
                  <a:lnTo>
                    <a:pt x="485251" y="3626051"/>
                  </a:lnTo>
                  <a:lnTo>
                    <a:pt x="497682" y="3618012"/>
                  </a:lnTo>
                  <a:lnTo>
                    <a:pt x="510162" y="3609630"/>
                  </a:lnTo>
                  <a:lnTo>
                    <a:pt x="522593" y="3600803"/>
                  </a:lnTo>
                  <a:lnTo>
                    <a:pt x="535025" y="3591570"/>
                  </a:lnTo>
                  <a:lnTo>
                    <a:pt x="547455" y="3582045"/>
                  </a:lnTo>
                  <a:lnTo>
                    <a:pt x="559935" y="3572228"/>
                  </a:lnTo>
                  <a:lnTo>
                    <a:pt x="572367" y="3561954"/>
                  </a:lnTo>
                  <a:lnTo>
                    <a:pt x="584798" y="3551337"/>
                  </a:lnTo>
                  <a:lnTo>
                    <a:pt x="597228" y="3540478"/>
                  </a:lnTo>
                  <a:lnTo>
                    <a:pt x="609709" y="3529315"/>
                  </a:lnTo>
                  <a:lnTo>
                    <a:pt x="622140" y="3517847"/>
                  </a:lnTo>
                  <a:lnTo>
                    <a:pt x="634570" y="3506099"/>
                  </a:lnTo>
                  <a:lnTo>
                    <a:pt x="647002" y="3494085"/>
                  </a:lnTo>
                  <a:lnTo>
                    <a:pt x="659433" y="3481880"/>
                  </a:lnTo>
                  <a:lnTo>
                    <a:pt x="671912" y="3469485"/>
                  </a:lnTo>
                  <a:lnTo>
                    <a:pt x="684344" y="3456874"/>
                  </a:lnTo>
                  <a:lnTo>
                    <a:pt x="696775" y="3444136"/>
                  </a:lnTo>
                  <a:lnTo>
                    <a:pt x="709210" y="3431284"/>
                  </a:lnTo>
                  <a:lnTo>
                    <a:pt x="721686" y="3418279"/>
                  </a:lnTo>
                  <a:lnTo>
                    <a:pt x="734123" y="3405185"/>
                  </a:lnTo>
                  <a:lnTo>
                    <a:pt x="758973" y="3378794"/>
                  </a:lnTo>
                  <a:lnTo>
                    <a:pt x="771462" y="3365498"/>
                  </a:lnTo>
                  <a:lnTo>
                    <a:pt x="783887" y="3352201"/>
                  </a:lnTo>
                  <a:lnTo>
                    <a:pt x="821187" y="3312170"/>
                  </a:lnTo>
                  <a:lnTo>
                    <a:pt x="833663" y="3298772"/>
                  </a:lnTo>
                  <a:lnTo>
                    <a:pt x="846100" y="3285424"/>
                  </a:lnTo>
                  <a:lnTo>
                    <a:pt x="858525" y="3272038"/>
                  </a:lnTo>
                  <a:lnTo>
                    <a:pt x="870950" y="3258691"/>
                  </a:lnTo>
                  <a:lnTo>
                    <a:pt x="883439" y="3245292"/>
                  </a:lnTo>
                  <a:lnTo>
                    <a:pt x="908301" y="3218406"/>
                  </a:lnTo>
                  <a:lnTo>
                    <a:pt x="920726" y="3204919"/>
                  </a:lnTo>
                  <a:lnTo>
                    <a:pt x="933215" y="3191317"/>
                  </a:lnTo>
                  <a:lnTo>
                    <a:pt x="945640" y="3177677"/>
                  </a:lnTo>
                  <a:lnTo>
                    <a:pt x="958077" y="3163987"/>
                  </a:lnTo>
                  <a:lnTo>
                    <a:pt x="970502" y="3150093"/>
                  </a:lnTo>
                  <a:lnTo>
                    <a:pt x="982927" y="3136110"/>
                  </a:lnTo>
                  <a:lnTo>
                    <a:pt x="995416" y="3122013"/>
                  </a:lnTo>
                  <a:lnTo>
                    <a:pt x="1007841" y="3107777"/>
                  </a:lnTo>
                  <a:lnTo>
                    <a:pt x="1020278" y="3093298"/>
                  </a:lnTo>
                  <a:lnTo>
                    <a:pt x="1032703" y="3078605"/>
                  </a:lnTo>
                  <a:lnTo>
                    <a:pt x="1045192" y="3063720"/>
                  </a:lnTo>
                  <a:lnTo>
                    <a:pt x="1057617" y="3048645"/>
                  </a:lnTo>
                  <a:lnTo>
                    <a:pt x="1070054" y="3033316"/>
                  </a:lnTo>
                  <a:lnTo>
                    <a:pt x="1082479" y="3017683"/>
                  </a:lnTo>
                  <a:lnTo>
                    <a:pt x="1094917" y="3001808"/>
                  </a:lnTo>
                  <a:lnTo>
                    <a:pt x="1107393" y="2985641"/>
                  </a:lnTo>
                  <a:lnTo>
                    <a:pt x="1119817" y="2969270"/>
                  </a:lnTo>
                  <a:lnTo>
                    <a:pt x="1132255" y="2952506"/>
                  </a:lnTo>
                  <a:lnTo>
                    <a:pt x="1144680" y="2935488"/>
                  </a:lnTo>
                  <a:lnTo>
                    <a:pt x="1157168" y="2918178"/>
                  </a:lnTo>
                  <a:lnTo>
                    <a:pt x="1169594" y="2900614"/>
                  </a:lnTo>
                  <a:lnTo>
                    <a:pt x="1182031" y="2882707"/>
                  </a:lnTo>
                  <a:lnTo>
                    <a:pt x="1194456" y="2864495"/>
                  </a:lnTo>
                  <a:lnTo>
                    <a:pt x="1206932" y="2846042"/>
                  </a:lnTo>
                  <a:lnTo>
                    <a:pt x="1219369" y="2827284"/>
                  </a:lnTo>
                  <a:lnTo>
                    <a:pt x="1231794" y="2808285"/>
                  </a:lnTo>
                  <a:lnTo>
                    <a:pt x="1244232" y="2788943"/>
                  </a:lnTo>
                  <a:lnTo>
                    <a:pt x="1256657" y="2769398"/>
                  </a:lnTo>
                  <a:lnTo>
                    <a:pt x="1269145" y="2749598"/>
                  </a:lnTo>
                  <a:lnTo>
                    <a:pt x="1281571" y="2729609"/>
                  </a:lnTo>
                  <a:lnTo>
                    <a:pt x="1294008" y="2709314"/>
                  </a:lnTo>
                  <a:lnTo>
                    <a:pt x="1306433" y="2688880"/>
                  </a:lnTo>
                  <a:lnTo>
                    <a:pt x="1318909" y="2668191"/>
                  </a:lnTo>
                  <a:lnTo>
                    <a:pt x="1331346" y="2647402"/>
                  </a:lnTo>
                  <a:lnTo>
                    <a:pt x="1343771" y="2626421"/>
                  </a:lnTo>
                  <a:lnTo>
                    <a:pt x="1356209" y="2605288"/>
                  </a:lnTo>
                  <a:lnTo>
                    <a:pt x="1368685" y="2584003"/>
                  </a:lnTo>
                  <a:lnTo>
                    <a:pt x="1381122" y="2562667"/>
                  </a:lnTo>
                  <a:lnTo>
                    <a:pt x="1393547" y="2541191"/>
                  </a:lnTo>
                  <a:lnTo>
                    <a:pt x="1405985" y="2519665"/>
                  </a:lnTo>
                  <a:lnTo>
                    <a:pt x="1418410" y="2498075"/>
                  </a:lnTo>
                  <a:lnTo>
                    <a:pt x="1430898" y="2476447"/>
                  </a:lnTo>
                  <a:lnTo>
                    <a:pt x="1443323" y="2454819"/>
                  </a:lnTo>
                  <a:lnTo>
                    <a:pt x="1468186" y="2411664"/>
                  </a:lnTo>
                  <a:lnTo>
                    <a:pt x="1480662" y="2390125"/>
                  </a:lnTo>
                  <a:lnTo>
                    <a:pt x="1493099" y="2368700"/>
                  </a:lnTo>
                  <a:lnTo>
                    <a:pt x="1505524" y="2347364"/>
                  </a:lnTo>
                  <a:lnTo>
                    <a:pt x="1517962" y="2326180"/>
                  </a:lnTo>
                  <a:lnTo>
                    <a:pt x="1530438" y="2305149"/>
                  </a:lnTo>
                  <a:lnTo>
                    <a:pt x="1542875" y="2284309"/>
                  </a:lnTo>
                  <a:lnTo>
                    <a:pt x="1555300" y="2263620"/>
                  </a:lnTo>
                  <a:lnTo>
                    <a:pt x="1567738" y="2243186"/>
                  </a:lnTo>
                  <a:lnTo>
                    <a:pt x="1580163" y="2223044"/>
                  </a:lnTo>
                  <a:lnTo>
                    <a:pt x="1592639" y="2203206"/>
                  </a:lnTo>
                  <a:lnTo>
                    <a:pt x="1605076" y="2183610"/>
                  </a:lnTo>
                  <a:lnTo>
                    <a:pt x="1617501" y="2164255"/>
                  </a:lnTo>
                  <a:lnTo>
                    <a:pt x="1629939" y="2145358"/>
                  </a:lnTo>
                  <a:lnTo>
                    <a:pt x="1642415" y="2126752"/>
                  </a:lnTo>
                  <a:lnTo>
                    <a:pt x="1654852" y="2108502"/>
                  </a:lnTo>
                  <a:lnTo>
                    <a:pt x="1667277" y="2090583"/>
                  </a:lnTo>
                  <a:lnTo>
                    <a:pt x="1679715" y="2073031"/>
                  </a:lnTo>
                  <a:lnTo>
                    <a:pt x="1692140" y="2055912"/>
                  </a:lnTo>
                  <a:lnTo>
                    <a:pt x="1704615" y="2039147"/>
                  </a:lnTo>
                  <a:lnTo>
                    <a:pt x="1717053" y="2022625"/>
                  </a:lnTo>
                  <a:lnTo>
                    <a:pt x="1729478" y="2006445"/>
                  </a:lnTo>
                  <a:lnTo>
                    <a:pt x="1741916" y="1990672"/>
                  </a:lnTo>
                  <a:lnTo>
                    <a:pt x="1754392" y="1975152"/>
                  </a:lnTo>
                  <a:lnTo>
                    <a:pt x="1766829" y="1959823"/>
                  </a:lnTo>
                  <a:lnTo>
                    <a:pt x="1779254" y="1944736"/>
                  </a:lnTo>
                  <a:lnTo>
                    <a:pt x="1791692" y="1929801"/>
                  </a:lnTo>
                  <a:lnTo>
                    <a:pt x="1804167" y="1915018"/>
                  </a:lnTo>
                  <a:lnTo>
                    <a:pt x="1841455" y="1870822"/>
                  </a:lnTo>
                  <a:lnTo>
                    <a:pt x="1853893" y="1855988"/>
                  </a:lnTo>
                  <a:lnTo>
                    <a:pt x="1866369" y="1841002"/>
                  </a:lnTo>
                  <a:lnTo>
                    <a:pt x="1878806" y="1825775"/>
                  </a:lnTo>
                  <a:lnTo>
                    <a:pt x="1891231" y="1810294"/>
                  </a:lnTo>
                  <a:lnTo>
                    <a:pt x="1903669" y="1794469"/>
                  </a:lnTo>
                  <a:lnTo>
                    <a:pt x="1916144" y="1778150"/>
                  </a:lnTo>
                  <a:lnTo>
                    <a:pt x="1928569" y="1761386"/>
                  </a:lnTo>
                  <a:lnTo>
                    <a:pt x="1941007" y="1744114"/>
                  </a:lnTo>
                  <a:lnTo>
                    <a:pt x="1953432" y="1726359"/>
                  </a:lnTo>
                  <a:lnTo>
                    <a:pt x="1965920" y="1707855"/>
                  </a:lnTo>
                  <a:lnTo>
                    <a:pt x="1978345" y="1688704"/>
                  </a:lnTo>
                  <a:lnTo>
                    <a:pt x="1990783" y="1668854"/>
                  </a:lnTo>
                  <a:lnTo>
                    <a:pt x="2003208" y="1648369"/>
                  </a:lnTo>
                  <a:lnTo>
                    <a:pt x="2015646" y="1627134"/>
                  </a:lnTo>
                  <a:lnTo>
                    <a:pt x="2028121" y="1604960"/>
                  </a:lnTo>
                  <a:lnTo>
                    <a:pt x="2040546" y="1582138"/>
                  </a:lnTo>
                  <a:lnTo>
                    <a:pt x="2052984" y="1558529"/>
                  </a:lnTo>
                  <a:lnTo>
                    <a:pt x="2065409" y="1534272"/>
                  </a:lnTo>
                  <a:lnTo>
                    <a:pt x="2077897" y="1509113"/>
                  </a:lnTo>
                  <a:lnTo>
                    <a:pt x="2090322" y="1483218"/>
                  </a:lnTo>
                  <a:lnTo>
                    <a:pt x="2102760" y="1456675"/>
                  </a:lnTo>
                  <a:lnTo>
                    <a:pt x="2115185" y="1429547"/>
                  </a:lnTo>
                  <a:lnTo>
                    <a:pt x="2127673" y="1401760"/>
                  </a:lnTo>
                  <a:lnTo>
                    <a:pt x="2140098" y="1373337"/>
                  </a:lnTo>
                  <a:lnTo>
                    <a:pt x="2152523" y="1344458"/>
                  </a:lnTo>
                  <a:lnTo>
                    <a:pt x="2164961" y="1315146"/>
                  </a:lnTo>
                  <a:lnTo>
                    <a:pt x="2177386" y="1285479"/>
                  </a:lnTo>
                  <a:lnTo>
                    <a:pt x="2189874" y="1255367"/>
                  </a:lnTo>
                  <a:lnTo>
                    <a:pt x="2202299" y="1225001"/>
                  </a:lnTo>
                  <a:lnTo>
                    <a:pt x="2214737" y="1194445"/>
                  </a:lnTo>
                  <a:lnTo>
                    <a:pt x="2227162" y="1163686"/>
                  </a:lnTo>
                  <a:lnTo>
                    <a:pt x="2239650" y="1132876"/>
                  </a:lnTo>
                  <a:lnTo>
                    <a:pt x="2264513" y="1071166"/>
                  </a:lnTo>
                  <a:lnTo>
                    <a:pt x="2276938" y="1040356"/>
                  </a:lnTo>
                  <a:lnTo>
                    <a:pt x="2289363" y="1009648"/>
                  </a:lnTo>
                  <a:lnTo>
                    <a:pt x="2301851" y="979142"/>
                  </a:lnTo>
                  <a:lnTo>
                    <a:pt x="2314276" y="948827"/>
                  </a:lnTo>
                  <a:lnTo>
                    <a:pt x="2326714" y="918715"/>
                  </a:lnTo>
                  <a:lnTo>
                    <a:pt x="2339139" y="888807"/>
                  </a:lnTo>
                  <a:lnTo>
                    <a:pt x="2351627" y="859279"/>
                  </a:lnTo>
                  <a:lnTo>
                    <a:pt x="2364052" y="830019"/>
                  </a:lnTo>
                  <a:lnTo>
                    <a:pt x="2376490" y="801088"/>
                  </a:lnTo>
                  <a:lnTo>
                    <a:pt x="2388915" y="772513"/>
                  </a:lnTo>
                  <a:lnTo>
                    <a:pt x="2401390" y="744192"/>
                  </a:lnTo>
                  <a:lnTo>
                    <a:pt x="2413828" y="716354"/>
                  </a:lnTo>
                  <a:lnTo>
                    <a:pt x="2426253" y="688871"/>
                  </a:lnTo>
                  <a:lnTo>
                    <a:pt x="2438691" y="661744"/>
                  </a:lnTo>
                  <a:lnTo>
                    <a:pt x="2451116" y="634896"/>
                  </a:lnTo>
                  <a:lnTo>
                    <a:pt x="2463604" y="608505"/>
                  </a:lnTo>
                  <a:lnTo>
                    <a:pt x="2476029" y="582508"/>
                  </a:lnTo>
                  <a:lnTo>
                    <a:pt x="2488467" y="556816"/>
                  </a:lnTo>
                  <a:lnTo>
                    <a:pt x="2500892" y="531518"/>
                  </a:lnTo>
                  <a:lnTo>
                    <a:pt x="2513367" y="506562"/>
                  </a:lnTo>
                  <a:lnTo>
                    <a:pt x="2525805" y="482102"/>
                  </a:lnTo>
                  <a:lnTo>
                    <a:pt x="2538230" y="457998"/>
                  </a:lnTo>
                  <a:lnTo>
                    <a:pt x="2550668" y="434236"/>
                  </a:lnTo>
                  <a:lnTo>
                    <a:pt x="2563144" y="410868"/>
                  </a:lnTo>
                  <a:lnTo>
                    <a:pt x="2575581" y="387995"/>
                  </a:lnTo>
                  <a:lnTo>
                    <a:pt x="2588006" y="365516"/>
                  </a:lnTo>
                  <a:lnTo>
                    <a:pt x="2600444" y="343545"/>
                  </a:lnTo>
                  <a:lnTo>
                    <a:pt x="2612869" y="321968"/>
                  </a:lnTo>
                  <a:lnTo>
                    <a:pt x="2625344" y="300835"/>
                  </a:lnTo>
                  <a:lnTo>
                    <a:pt x="2637782" y="280337"/>
                  </a:lnTo>
                  <a:lnTo>
                    <a:pt x="2650207" y="260398"/>
                  </a:lnTo>
                  <a:lnTo>
                    <a:pt x="2662645" y="240902"/>
                  </a:lnTo>
                  <a:lnTo>
                    <a:pt x="2675120" y="222002"/>
                  </a:lnTo>
                  <a:lnTo>
                    <a:pt x="2687558" y="203796"/>
                  </a:lnTo>
                  <a:lnTo>
                    <a:pt x="2699983" y="186284"/>
                  </a:lnTo>
                  <a:lnTo>
                    <a:pt x="2712421" y="169316"/>
                  </a:lnTo>
                  <a:lnTo>
                    <a:pt x="2724896" y="153045"/>
                  </a:lnTo>
                  <a:lnTo>
                    <a:pt x="2737334" y="137467"/>
                  </a:lnTo>
                  <a:lnTo>
                    <a:pt x="2749759" y="122784"/>
                  </a:lnTo>
                  <a:lnTo>
                    <a:pt x="2762184" y="108793"/>
                  </a:lnTo>
                  <a:lnTo>
                    <a:pt x="2774622" y="95547"/>
                  </a:lnTo>
                  <a:lnTo>
                    <a:pt x="2787097" y="83045"/>
                  </a:lnTo>
                  <a:lnTo>
                    <a:pt x="2799535" y="71487"/>
                  </a:lnTo>
                  <a:lnTo>
                    <a:pt x="2811960" y="60820"/>
                  </a:lnTo>
                  <a:lnTo>
                    <a:pt x="2824398" y="50899"/>
                  </a:lnTo>
                  <a:lnTo>
                    <a:pt x="2836873" y="41770"/>
                  </a:lnTo>
                  <a:lnTo>
                    <a:pt x="2849311" y="33585"/>
                  </a:lnTo>
                  <a:lnTo>
                    <a:pt x="2861736" y="26392"/>
                  </a:lnTo>
                  <a:lnTo>
                    <a:pt x="2874161" y="19992"/>
                  </a:lnTo>
                  <a:lnTo>
                    <a:pt x="2886599" y="14436"/>
                  </a:lnTo>
                  <a:lnTo>
                    <a:pt x="2899074" y="9723"/>
                  </a:lnTo>
                  <a:lnTo>
                    <a:pt x="2911512" y="6053"/>
                  </a:lnTo>
                  <a:lnTo>
                    <a:pt x="2923937" y="3274"/>
                  </a:lnTo>
                  <a:lnTo>
                    <a:pt x="2936374" y="1340"/>
                  </a:lnTo>
                  <a:lnTo>
                    <a:pt x="2948850" y="198"/>
                  </a:lnTo>
                  <a:lnTo>
                    <a:pt x="2961288" y="0"/>
                  </a:lnTo>
                  <a:lnTo>
                    <a:pt x="2973713" y="843"/>
                  </a:lnTo>
                  <a:lnTo>
                    <a:pt x="2986138" y="2480"/>
                  </a:lnTo>
                  <a:lnTo>
                    <a:pt x="2998626" y="4911"/>
                  </a:lnTo>
                  <a:lnTo>
                    <a:pt x="3011051" y="8185"/>
                  </a:lnTo>
                  <a:lnTo>
                    <a:pt x="3023489" y="12502"/>
                  </a:lnTo>
                  <a:lnTo>
                    <a:pt x="3035914" y="17710"/>
                  </a:lnTo>
                  <a:lnTo>
                    <a:pt x="3048351" y="23664"/>
                  </a:lnTo>
                  <a:lnTo>
                    <a:pt x="3060827" y="30410"/>
                  </a:lnTo>
                  <a:lnTo>
                    <a:pt x="3073265" y="38100"/>
                  </a:lnTo>
                  <a:lnTo>
                    <a:pt x="3085690" y="46732"/>
                  </a:lnTo>
                  <a:lnTo>
                    <a:pt x="3098127" y="56158"/>
                  </a:lnTo>
                  <a:lnTo>
                    <a:pt x="3110603" y="66327"/>
                  </a:lnTo>
                  <a:lnTo>
                    <a:pt x="3123028" y="77291"/>
                  </a:lnTo>
                  <a:lnTo>
                    <a:pt x="3135466" y="89296"/>
                  </a:lnTo>
                  <a:lnTo>
                    <a:pt x="3147891" y="101996"/>
                  </a:lnTo>
                  <a:lnTo>
                    <a:pt x="3160379" y="115490"/>
                  </a:lnTo>
                  <a:lnTo>
                    <a:pt x="3172804" y="129678"/>
                  </a:lnTo>
                  <a:lnTo>
                    <a:pt x="3185242" y="144661"/>
                  </a:lnTo>
                  <a:lnTo>
                    <a:pt x="3197667" y="160536"/>
                  </a:lnTo>
                  <a:lnTo>
                    <a:pt x="3210104" y="177006"/>
                  </a:lnTo>
                  <a:lnTo>
                    <a:pt x="3222580" y="194170"/>
                  </a:lnTo>
                  <a:lnTo>
                    <a:pt x="3235005" y="211931"/>
                  </a:lnTo>
                  <a:lnTo>
                    <a:pt x="3247443" y="230534"/>
                  </a:lnTo>
                  <a:lnTo>
                    <a:pt x="3259868" y="249683"/>
                  </a:lnTo>
                  <a:lnTo>
                    <a:pt x="3272356" y="269377"/>
                  </a:lnTo>
                  <a:lnTo>
                    <a:pt x="3284781" y="289570"/>
                  </a:lnTo>
                  <a:lnTo>
                    <a:pt x="3297219" y="310309"/>
                  </a:lnTo>
                  <a:lnTo>
                    <a:pt x="3309644" y="331594"/>
                  </a:lnTo>
                  <a:lnTo>
                    <a:pt x="3322119" y="353273"/>
                  </a:lnTo>
                  <a:lnTo>
                    <a:pt x="3334557" y="375244"/>
                  </a:lnTo>
                  <a:lnTo>
                    <a:pt x="3346982" y="397622"/>
                  </a:lnTo>
                  <a:lnTo>
                    <a:pt x="3359420" y="420342"/>
                  </a:lnTo>
                  <a:lnTo>
                    <a:pt x="3371845" y="443304"/>
                  </a:lnTo>
                  <a:lnTo>
                    <a:pt x="3384333" y="466481"/>
                  </a:lnTo>
                  <a:lnTo>
                    <a:pt x="3396758" y="489798"/>
                  </a:lnTo>
                  <a:lnTo>
                    <a:pt x="3409195" y="513255"/>
                  </a:lnTo>
                  <a:lnTo>
                    <a:pt x="3421621" y="536826"/>
                  </a:lnTo>
                  <a:lnTo>
                    <a:pt x="3434109" y="560385"/>
                  </a:lnTo>
                  <a:lnTo>
                    <a:pt x="3446534" y="584007"/>
                  </a:lnTo>
                  <a:lnTo>
                    <a:pt x="3458959" y="607565"/>
                  </a:lnTo>
                  <a:lnTo>
                    <a:pt x="3471397" y="631086"/>
                  </a:lnTo>
                  <a:lnTo>
                    <a:pt x="3483822" y="654492"/>
                  </a:lnTo>
                  <a:lnTo>
                    <a:pt x="3496310" y="677809"/>
                  </a:lnTo>
                  <a:lnTo>
                    <a:pt x="3508735" y="701025"/>
                  </a:lnTo>
                  <a:lnTo>
                    <a:pt x="3521172" y="724050"/>
                  </a:lnTo>
                  <a:lnTo>
                    <a:pt x="3533598" y="746872"/>
                  </a:lnTo>
                  <a:lnTo>
                    <a:pt x="3546086" y="769541"/>
                  </a:lnTo>
                  <a:lnTo>
                    <a:pt x="3558511" y="792008"/>
                  </a:lnTo>
                  <a:lnTo>
                    <a:pt x="3570948" y="814283"/>
                  </a:lnTo>
                  <a:lnTo>
                    <a:pt x="3583373" y="836318"/>
                  </a:lnTo>
                  <a:lnTo>
                    <a:pt x="3595849" y="858187"/>
                  </a:lnTo>
                  <a:lnTo>
                    <a:pt x="3608287" y="879917"/>
                  </a:lnTo>
                  <a:lnTo>
                    <a:pt x="3620712" y="901456"/>
                  </a:lnTo>
                  <a:lnTo>
                    <a:pt x="3633149" y="922830"/>
                  </a:lnTo>
                  <a:lnTo>
                    <a:pt x="3645574" y="944065"/>
                  </a:lnTo>
                  <a:lnTo>
                    <a:pt x="3658063" y="965198"/>
                  </a:lnTo>
                  <a:lnTo>
                    <a:pt x="3670488" y="986229"/>
                  </a:lnTo>
                  <a:lnTo>
                    <a:pt x="3682925" y="1007222"/>
                  </a:lnTo>
                  <a:lnTo>
                    <a:pt x="3695350" y="1028151"/>
                  </a:lnTo>
                  <a:lnTo>
                    <a:pt x="3707826" y="1049145"/>
                  </a:lnTo>
                  <a:lnTo>
                    <a:pt x="3720264" y="1070125"/>
                  </a:lnTo>
                  <a:lnTo>
                    <a:pt x="3732689" y="1091156"/>
                  </a:lnTo>
                  <a:lnTo>
                    <a:pt x="3745126" y="1112340"/>
                  </a:lnTo>
                  <a:lnTo>
                    <a:pt x="3757602" y="1133676"/>
                  </a:lnTo>
                  <a:lnTo>
                    <a:pt x="3770040" y="1155151"/>
                  </a:lnTo>
                  <a:lnTo>
                    <a:pt x="3782465" y="1176830"/>
                  </a:lnTo>
                  <a:lnTo>
                    <a:pt x="3794902" y="1198763"/>
                  </a:lnTo>
                  <a:lnTo>
                    <a:pt x="3807327" y="1220988"/>
                  </a:lnTo>
                  <a:lnTo>
                    <a:pt x="3819803" y="1243505"/>
                  </a:lnTo>
                  <a:lnTo>
                    <a:pt x="3832241" y="1266327"/>
                  </a:lnTo>
                  <a:lnTo>
                    <a:pt x="3844666" y="1289492"/>
                  </a:lnTo>
                  <a:lnTo>
                    <a:pt x="3857103" y="1313165"/>
                  </a:lnTo>
                  <a:lnTo>
                    <a:pt x="3869579" y="1337168"/>
                  </a:lnTo>
                  <a:lnTo>
                    <a:pt x="3882017" y="1361577"/>
                  </a:lnTo>
                  <a:lnTo>
                    <a:pt x="3894442" y="1386380"/>
                  </a:lnTo>
                  <a:lnTo>
                    <a:pt x="3906879" y="1411679"/>
                  </a:lnTo>
                  <a:lnTo>
                    <a:pt x="3919355" y="1437536"/>
                  </a:lnTo>
                  <a:lnTo>
                    <a:pt x="3931780" y="1463774"/>
                  </a:lnTo>
                  <a:lnTo>
                    <a:pt x="3944218" y="1490470"/>
                  </a:lnTo>
                  <a:lnTo>
                    <a:pt x="3956643" y="1517546"/>
                  </a:lnTo>
                  <a:lnTo>
                    <a:pt x="3969080" y="1545232"/>
                  </a:lnTo>
                  <a:lnTo>
                    <a:pt x="3981556" y="1573362"/>
                  </a:lnTo>
                  <a:lnTo>
                    <a:pt x="3993993" y="1601836"/>
                  </a:lnTo>
                  <a:lnTo>
                    <a:pt x="4006419" y="1630716"/>
                  </a:lnTo>
                  <a:lnTo>
                    <a:pt x="4018856" y="1660027"/>
                  </a:lnTo>
                  <a:lnTo>
                    <a:pt x="4031332" y="1689745"/>
                  </a:lnTo>
                  <a:lnTo>
                    <a:pt x="4043757" y="1719806"/>
                  </a:lnTo>
                  <a:lnTo>
                    <a:pt x="4056195" y="1750121"/>
                  </a:lnTo>
                  <a:lnTo>
                    <a:pt x="4068620" y="1780677"/>
                  </a:lnTo>
                  <a:lnTo>
                    <a:pt x="4081057" y="1811589"/>
                  </a:lnTo>
                  <a:lnTo>
                    <a:pt x="4093533" y="1842640"/>
                  </a:lnTo>
                  <a:lnTo>
                    <a:pt x="4105970" y="1873844"/>
                  </a:lnTo>
                  <a:lnTo>
                    <a:pt x="4118396" y="1905150"/>
                  </a:lnTo>
                  <a:lnTo>
                    <a:pt x="4130833" y="1936506"/>
                  </a:lnTo>
                  <a:lnTo>
                    <a:pt x="4143309" y="1967901"/>
                  </a:lnTo>
                  <a:lnTo>
                    <a:pt x="4155734" y="1999257"/>
                  </a:lnTo>
                  <a:lnTo>
                    <a:pt x="4168171" y="2030562"/>
                  </a:lnTo>
                  <a:lnTo>
                    <a:pt x="4180597" y="2061715"/>
                  </a:lnTo>
                  <a:lnTo>
                    <a:pt x="4193085" y="2092678"/>
                  </a:lnTo>
                  <a:lnTo>
                    <a:pt x="4205510" y="2123374"/>
                  </a:lnTo>
                  <a:lnTo>
                    <a:pt x="4217947" y="2153892"/>
                  </a:lnTo>
                  <a:lnTo>
                    <a:pt x="4230373" y="2184055"/>
                  </a:lnTo>
                  <a:lnTo>
                    <a:pt x="4242810" y="2213773"/>
                  </a:lnTo>
                  <a:lnTo>
                    <a:pt x="4255286" y="2243084"/>
                  </a:lnTo>
                  <a:lnTo>
                    <a:pt x="4267723" y="2271964"/>
                  </a:lnTo>
                  <a:lnTo>
                    <a:pt x="4280149" y="2300387"/>
                  </a:lnTo>
                  <a:lnTo>
                    <a:pt x="4292574" y="2328314"/>
                  </a:lnTo>
                  <a:lnTo>
                    <a:pt x="4305062" y="2355555"/>
                  </a:lnTo>
                  <a:lnTo>
                    <a:pt x="4317487" y="2382238"/>
                  </a:lnTo>
                  <a:lnTo>
                    <a:pt x="4329924" y="2408337"/>
                  </a:lnTo>
                  <a:lnTo>
                    <a:pt x="4342350" y="2433889"/>
                  </a:lnTo>
                  <a:lnTo>
                    <a:pt x="4354838" y="2458692"/>
                  </a:lnTo>
                  <a:lnTo>
                    <a:pt x="4367263" y="2482797"/>
                  </a:lnTo>
                  <a:lnTo>
                    <a:pt x="4379700" y="2506317"/>
                  </a:lnTo>
                  <a:lnTo>
                    <a:pt x="4392125" y="2529190"/>
                  </a:lnTo>
                  <a:lnTo>
                    <a:pt x="4404563" y="2551466"/>
                  </a:lnTo>
                  <a:lnTo>
                    <a:pt x="4417039" y="2572891"/>
                  </a:lnTo>
                  <a:lnTo>
                    <a:pt x="4429464" y="2593731"/>
                  </a:lnTo>
                  <a:lnTo>
                    <a:pt x="4441901" y="2614013"/>
                  </a:lnTo>
                  <a:lnTo>
                    <a:pt x="4454326" y="2633762"/>
                  </a:lnTo>
                  <a:lnTo>
                    <a:pt x="4466815" y="2652812"/>
                  </a:lnTo>
                  <a:lnTo>
                    <a:pt x="4479240" y="2671265"/>
                  </a:lnTo>
                  <a:lnTo>
                    <a:pt x="4491677" y="2689223"/>
                  </a:lnTo>
                  <a:lnTo>
                    <a:pt x="4504102" y="2706787"/>
                  </a:lnTo>
                  <a:lnTo>
                    <a:pt x="4516578" y="2723805"/>
                  </a:lnTo>
                  <a:lnTo>
                    <a:pt x="4529016" y="2740327"/>
                  </a:lnTo>
                  <a:lnTo>
                    <a:pt x="4541441" y="2756444"/>
                  </a:lnTo>
                  <a:lnTo>
                    <a:pt x="4553878" y="2772268"/>
                  </a:lnTo>
                  <a:lnTo>
                    <a:pt x="4566303" y="2787749"/>
                  </a:lnTo>
                  <a:lnTo>
                    <a:pt x="4578792" y="2802824"/>
                  </a:lnTo>
                  <a:lnTo>
                    <a:pt x="4591217" y="2817658"/>
                  </a:lnTo>
                  <a:lnTo>
                    <a:pt x="4603654" y="2832301"/>
                  </a:lnTo>
                  <a:lnTo>
                    <a:pt x="4616079" y="2846690"/>
                  </a:lnTo>
                  <a:lnTo>
                    <a:pt x="4628555" y="2860876"/>
                  </a:lnTo>
                  <a:lnTo>
                    <a:pt x="4640993" y="2874859"/>
                  </a:lnTo>
                  <a:lnTo>
                    <a:pt x="4653418" y="2888752"/>
                  </a:lnTo>
                  <a:lnTo>
                    <a:pt x="4665855" y="2902494"/>
                  </a:lnTo>
                  <a:lnTo>
                    <a:pt x="4678280" y="2916083"/>
                  </a:lnTo>
                  <a:lnTo>
                    <a:pt x="4690769" y="2929634"/>
                  </a:lnTo>
                  <a:lnTo>
                    <a:pt x="4703194" y="2943032"/>
                  </a:lnTo>
                  <a:lnTo>
                    <a:pt x="4715631" y="2956367"/>
                  </a:lnTo>
                  <a:lnTo>
                    <a:pt x="4728056" y="2969613"/>
                  </a:lnTo>
                  <a:lnTo>
                    <a:pt x="4740544" y="2982809"/>
                  </a:lnTo>
                  <a:lnTo>
                    <a:pt x="4752970" y="2995915"/>
                  </a:lnTo>
                  <a:lnTo>
                    <a:pt x="4765395" y="3008958"/>
                  </a:lnTo>
                  <a:lnTo>
                    <a:pt x="4777832" y="3021899"/>
                  </a:lnTo>
                  <a:lnTo>
                    <a:pt x="4790308" y="3034802"/>
                  </a:lnTo>
                  <a:lnTo>
                    <a:pt x="4802745" y="3047604"/>
                  </a:lnTo>
                  <a:lnTo>
                    <a:pt x="4815171" y="3060304"/>
                  </a:lnTo>
                  <a:lnTo>
                    <a:pt x="4827608" y="3072902"/>
                  </a:lnTo>
                  <a:lnTo>
                    <a:pt x="4840033" y="3085399"/>
                  </a:lnTo>
                  <a:lnTo>
                    <a:pt x="4852521" y="3097807"/>
                  </a:lnTo>
                  <a:lnTo>
                    <a:pt x="4864947" y="3110062"/>
                  </a:lnTo>
                  <a:lnTo>
                    <a:pt x="4877372" y="3122216"/>
                  </a:lnTo>
                  <a:lnTo>
                    <a:pt x="4889809" y="3134218"/>
                  </a:lnTo>
                  <a:lnTo>
                    <a:pt x="4902285" y="3146080"/>
                  </a:lnTo>
                  <a:lnTo>
                    <a:pt x="4914722" y="3157789"/>
                  </a:lnTo>
                  <a:lnTo>
                    <a:pt x="4927148" y="3169346"/>
                  </a:lnTo>
                  <a:lnTo>
                    <a:pt x="4939585" y="3180751"/>
                  </a:lnTo>
                  <a:lnTo>
                    <a:pt x="4952061" y="3192016"/>
                  </a:lnTo>
                  <a:lnTo>
                    <a:pt x="4964498" y="3203077"/>
                  </a:lnTo>
                  <a:lnTo>
                    <a:pt x="4976923" y="3213948"/>
                  </a:lnTo>
                  <a:lnTo>
                    <a:pt x="4989349" y="3224655"/>
                  </a:lnTo>
                  <a:lnTo>
                    <a:pt x="5001786" y="3235221"/>
                  </a:lnTo>
                  <a:lnTo>
                    <a:pt x="5014262" y="3245597"/>
                  </a:lnTo>
                  <a:lnTo>
                    <a:pt x="5026699" y="3255769"/>
                  </a:lnTo>
                  <a:lnTo>
                    <a:pt x="5039124" y="3265739"/>
                  </a:lnTo>
                  <a:lnTo>
                    <a:pt x="5051562" y="3275556"/>
                  </a:lnTo>
                  <a:lnTo>
                    <a:pt x="5064038" y="3285183"/>
                  </a:lnTo>
                  <a:lnTo>
                    <a:pt x="5076475" y="3294606"/>
                  </a:lnTo>
                  <a:lnTo>
                    <a:pt x="5088900" y="3303788"/>
                  </a:lnTo>
                  <a:lnTo>
                    <a:pt x="5101338" y="3312818"/>
                  </a:lnTo>
                  <a:lnTo>
                    <a:pt x="5113814" y="3321695"/>
                  </a:lnTo>
                  <a:lnTo>
                    <a:pt x="5126239" y="3330382"/>
                  </a:lnTo>
                  <a:lnTo>
                    <a:pt x="5138676" y="3338815"/>
                  </a:lnTo>
                  <a:lnTo>
                    <a:pt x="5151101" y="3347095"/>
                  </a:lnTo>
                  <a:lnTo>
                    <a:pt x="5163539" y="3355236"/>
                  </a:lnTo>
                  <a:lnTo>
                    <a:pt x="5176015" y="3363173"/>
                  </a:lnTo>
                  <a:lnTo>
                    <a:pt x="5188452" y="3370908"/>
                  </a:lnTo>
                  <a:lnTo>
                    <a:pt x="5200877" y="3378451"/>
                  </a:lnTo>
                  <a:lnTo>
                    <a:pt x="5213315" y="3385843"/>
                  </a:lnTo>
                  <a:lnTo>
                    <a:pt x="5225791" y="3393082"/>
                  </a:lnTo>
                  <a:lnTo>
                    <a:pt x="5238216" y="3400130"/>
                  </a:lnTo>
                  <a:lnTo>
                    <a:pt x="5250653" y="3407026"/>
                  </a:lnTo>
                  <a:lnTo>
                    <a:pt x="5263078" y="3413821"/>
                  </a:lnTo>
                  <a:lnTo>
                    <a:pt x="5275516" y="3420463"/>
                  </a:lnTo>
                  <a:lnTo>
                    <a:pt x="5287992" y="3426966"/>
                  </a:lnTo>
                  <a:lnTo>
                    <a:pt x="5300429" y="3433366"/>
                  </a:lnTo>
                  <a:lnTo>
                    <a:pt x="5312854" y="3439666"/>
                  </a:lnTo>
                  <a:lnTo>
                    <a:pt x="5325292" y="3445863"/>
                  </a:lnTo>
                  <a:lnTo>
                    <a:pt x="5337768" y="3451972"/>
                  </a:lnTo>
                  <a:lnTo>
                    <a:pt x="5350193" y="3458017"/>
                  </a:lnTo>
                  <a:lnTo>
                    <a:pt x="5375055" y="3470031"/>
                  </a:lnTo>
                  <a:lnTo>
                    <a:pt x="5387543" y="3475975"/>
                  </a:lnTo>
                  <a:lnTo>
                    <a:pt x="5424831" y="3493844"/>
                  </a:lnTo>
                  <a:lnTo>
                    <a:pt x="5437269" y="3499838"/>
                  </a:lnTo>
                  <a:lnTo>
                    <a:pt x="5449745" y="3505896"/>
                  </a:lnTo>
                  <a:lnTo>
                    <a:pt x="5462170" y="3511941"/>
                  </a:lnTo>
                  <a:lnTo>
                    <a:pt x="5474607" y="3518151"/>
                  </a:lnTo>
                  <a:lnTo>
                    <a:pt x="5487032" y="3524400"/>
                  </a:lnTo>
                  <a:lnTo>
                    <a:pt x="5499520" y="3530699"/>
                  </a:lnTo>
                  <a:lnTo>
                    <a:pt x="5511946" y="3537100"/>
                  </a:lnTo>
                  <a:lnTo>
                    <a:pt x="5524383" y="3543653"/>
                  </a:lnTo>
                  <a:lnTo>
                    <a:pt x="5536808" y="3550244"/>
                  </a:lnTo>
                  <a:lnTo>
                    <a:pt x="5549296" y="3556988"/>
                  </a:lnTo>
                  <a:lnTo>
                    <a:pt x="5561721" y="3563783"/>
                  </a:lnTo>
                  <a:lnTo>
                    <a:pt x="5574159" y="3570679"/>
                  </a:lnTo>
                  <a:lnTo>
                    <a:pt x="5586584" y="3577727"/>
                  </a:lnTo>
                  <a:lnTo>
                    <a:pt x="5599009" y="3584826"/>
                  </a:lnTo>
                  <a:lnTo>
                    <a:pt x="5611497" y="3592015"/>
                  </a:lnTo>
                  <a:lnTo>
                    <a:pt x="5623922" y="3599254"/>
                  </a:lnTo>
                  <a:lnTo>
                    <a:pt x="5648785" y="3614049"/>
                  </a:lnTo>
                  <a:lnTo>
                    <a:pt x="5661273" y="3621530"/>
                  </a:lnTo>
                  <a:lnTo>
                    <a:pt x="5686136" y="3636516"/>
                  </a:lnTo>
                  <a:lnTo>
                    <a:pt x="5698561" y="3644059"/>
                  </a:lnTo>
                  <a:lnTo>
                    <a:pt x="5711037" y="3651603"/>
                  </a:lnTo>
                  <a:lnTo>
                    <a:pt x="5723474" y="3659134"/>
                  </a:lnTo>
                  <a:lnTo>
                    <a:pt x="5748337" y="3674019"/>
                  </a:lnTo>
                  <a:lnTo>
                    <a:pt x="5760762" y="3681359"/>
                  </a:lnTo>
                  <a:lnTo>
                    <a:pt x="5773250" y="3688649"/>
                  </a:lnTo>
                  <a:lnTo>
                    <a:pt x="5785675" y="3695850"/>
                  </a:lnTo>
                  <a:lnTo>
                    <a:pt x="5798113" y="3702949"/>
                  </a:lnTo>
                  <a:lnTo>
                    <a:pt x="5810538" y="3709833"/>
                  </a:lnTo>
                  <a:lnTo>
                    <a:pt x="5823014" y="3716640"/>
                  </a:lnTo>
                  <a:lnTo>
                    <a:pt x="5835451" y="3723282"/>
                  </a:lnTo>
                  <a:lnTo>
                    <a:pt x="5847876" y="3729784"/>
                  </a:lnTo>
                  <a:lnTo>
                    <a:pt x="5860314" y="3736033"/>
                  </a:lnTo>
                  <a:lnTo>
                    <a:pt x="5872739" y="3742129"/>
                  </a:lnTo>
                  <a:lnTo>
                    <a:pt x="5885227" y="3748034"/>
                  </a:lnTo>
                  <a:lnTo>
                    <a:pt x="5897652" y="3753749"/>
                  </a:lnTo>
                  <a:lnTo>
                    <a:pt x="5910090" y="3759147"/>
                  </a:lnTo>
                  <a:lnTo>
                    <a:pt x="5922515" y="3764354"/>
                  </a:lnTo>
                  <a:lnTo>
                    <a:pt x="5934991" y="3769370"/>
                  </a:lnTo>
                  <a:lnTo>
                    <a:pt x="5947429" y="3774133"/>
                  </a:lnTo>
                  <a:lnTo>
                    <a:pt x="5959853" y="3778692"/>
                  </a:lnTo>
                  <a:lnTo>
                    <a:pt x="5972291" y="3782909"/>
                  </a:lnTo>
                  <a:lnTo>
                    <a:pt x="5984766" y="3786934"/>
                  </a:lnTo>
                  <a:lnTo>
                    <a:pt x="5997204" y="3790757"/>
                  </a:lnTo>
                  <a:lnTo>
                    <a:pt x="6009629" y="3794326"/>
                  </a:lnTo>
                  <a:lnTo>
                    <a:pt x="6022067" y="3797602"/>
                  </a:lnTo>
                  <a:lnTo>
                    <a:pt x="6034491" y="3800676"/>
                  </a:lnTo>
                  <a:lnTo>
                    <a:pt x="6046967" y="3803495"/>
                  </a:lnTo>
                  <a:lnTo>
                    <a:pt x="6059405" y="3806124"/>
                  </a:lnTo>
                  <a:lnTo>
                    <a:pt x="6071830" y="3808562"/>
                  </a:lnTo>
                  <a:lnTo>
                    <a:pt x="6084268" y="3810747"/>
                  </a:lnTo>
                  <a:lnTo>
                    <a:pt x="6096744" y="3812728"/>
                  </a:lnTo>
                  <a:lnTo>
                    <a:pt x="6109181" y="3814569"/>
                  </a:lnTo>
                  <a:lnTo>
                    <a:pt x="6121606" y="3816195"/>
                  </a:lnTo>
                  <a:lnTo>
                    <a:pt x="6134044" y="3817643"/>
                  </a:lnTo>
                  <a:lnTo>
                    <a:pt x="6146519" y="3818977"/>
                  </a:lnTo>
                  <a:lnTo>
                    <a:pt x="6158945" y="3820119"/>
                  </a:lnTo>
                  <a:lnTo>
                    <a:pt x="6171382" y="3821161"/>
                  </a:lnTo>
                  <a:lnTo>
                    <a:pt x="6183807" y="3822050"/>
                  </a:lnTo>
                  <a:lnTo>
                    <a:pt x="6196245" y="3822850"/>
                  </a:lnTo>
                  <a:lnTo>
                    <a:pt x="6208720" y="3823548"/>
                  </a:lnTo>
                  <a:lnTo>
                    <a:pt x="6221158" y="3824184"/>
                  </a:lnTo>
                  <a:lnTo>
                    <a:pt x="6246021" y="3825174"/>
                  </a:lnTo>
                  <a:lnTo>
                    <a:pt x="6258496" y="3825580"/>
                  </a:lnTo>
                  <a:lnTo>
                    <a:pt x="6283359" y="3826266"/>
                  </a:lnTo>
                  <a:lnTo>
                    <a:pt x="6295784" y="3826571"/>
                  </a:lnTo>
                  <a:lnTo>
                    <a:pt x="6308273" y="3826863"/>
                  </a:lnTo>
                  <a:lnTo>
                    <a:pt x="6320697" y="3827168"/>
                  </a:lnTo>
                  <a:lnTo>
                    <a:pt x="6333135" y="3827409"/>
                  </a:lnTo>
                  <a:lnTo>
                    <a:pt x="6357998" y="3828006"/>
                  </a:lnTo>
                </a:path>
              </a:pathLst>
            </a:custGeom>
            <a:noFill/>
            <a:ln w="27056" cap="flat">
              <a:solidFill>
                <a:srgbClr val="ECA9A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8" name="Freeform 1047">
              <a:extLst>
                <a:ext uri="{FF2B5EF4-FFF2-40B4-BE49-F238E27FC236}">
                  <a16:creationId xmlns:a16="http://schemas.microsoft.com/office/drawing/2014/main" id="{8E3E2E0C-413C-4181-D324-8E0C80B60995}"/>
                </a:ext>
              </a:extLst>
            </p:cNvPr>
            <p:cNvSpPr/>
            <p:nvPr/>
          </p:nvSpPr>
          <p:spPr>
            <a:xfrm>
              <a:off x="7510190" y="1437614"/>
              <a:ext cx="3478" cy="1242107"/>
            </a:xfrm>
            <a:custGeom>
              <a:avLst/>
              <a:gdLst>
                <a:gd name="connsiteX0" fmla="*/ 0 w 12678"/>
                <a:gd name="connsiteY0" fmla="*/ 4528051 h 4528050"/>
                <a:gd name="connsiteX1" fmla="*/ 0 w 12678"/>
                <a:gd name="connsiteY1" fmla="*/ 0 h 4528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78" h="4528050">
                  <a:moveTo>
                    <a:pt x="0" y="4528051"/>
                  </a:moveTo>
                  <a:lnTo>
                    <a:pt x="0" y="0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cxnSp>
        <p:nvCxnSpPr>
          <p:cNvPr id="1080" name="Straight Arrow Connector 1079">
            <a:extLst>
              <a:ext uri="{FF2B5EF4-FFF2-40B4-BE49-F238E27FC236}">
                <a16:creationId xmlns:a16="http://schemas.microsoft.com/office/drawing/2014/main" id="{C1C355C3-B0E0-A8A4-F6B0-D56B40F9E4B3}"/>
              </a:ext>
            </a:extLst>
          </p:cNvPr>
          <p:cNvCxnSpPr>
            <a:cxnSpLocks/>
          </p:cNvCxnSpPr>
          <p:nvPr/>
        </p:nvCxnSpPr>
        <p:spPr>
          <a:xfrm>
            <a:off x="5257645" y="2307116"/>
            <a:ext cx="452452" cy="0"/>
          </a:xfrm>
          <a:prstGeom prst="straightConnector1">
            <a:avLst/>
          </a:prstGeom>
          <a:ln w="38100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82" name="Straight Arrow Connector 1081">
            <a:extLst>
              <a:ext uri="{FF2B5EF4-FFF2-40B4-BE49-F238E27FC236}">
                <a16:creationId xmlns:a16="http://schemas.microsoft.com/office/drawing/2014/main" id="{9EFBD35E-0988-6EFD-6849-971E0BBCDBCB}"/>
              </a:ext>
            </a:extLst>
          </p:cNvPr>
          <p:cNvCxnSpPr>
            <a:cxnSpLocks/>
          </p:cNvCxnSpPr>
          <p:nvPr/>
        </p:nvCxnSpPr>
        <p:spPr>
          <a:xfrm flipH="1">
            <a:off x="8202743" y="2314627"/>
            <a:ext cx="478124" cy="0"/>
          </a:xfrm>
          <a:prstGeom prst="straightConnector1">
            <a:avLst/>
          </a:prstGeom>
          <a:ln w="38100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90" name="Straight Arrow Connector 1089">
            <a:extLst>
              <a:ext uri="{FF2B5EF4-FFF2-40B4-BE49-F238E27FC236}">
                <a16:creationId xmlns:a16="http://schemas.microsoft.com/office/drawing/2014/main" id="{330B1616-2B02-867F-9DE5-F45954AD3CAA}"/>
              </a:ext>
            </a:extLst>
          </p:cNvPr>
          <p:cNvCxnSpPr>
            <a:cxnSpLocks/>
          </p:cNvCxnSpPr>
          <p:nvPr/>
        </p:nvCxnSpPr>
        <p:spPr>
          <a:xfrm flipV="1">
            <a:off x="9725616" y="3550057"/>
            <a:ext cx="0" cy="525979"/>
          </a:xfrm>
          <a:prstGeom prst="straightConnector1">
            <a:avLst/>
          </a:prstGeom>
          <a:ln w="38100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63A8924-9BD8-A65D-C2D7-0454A8D58257}"/>
              </a:ext>
            </a:extLst>
          </p:cNvPr>
          <p:cNvSpPr txBox="1"/>
          <p:nvPr/>
        </p:nvSpPr>
        <p:spPr>
          <a:xfrm>
            <a:off x="8508890" y="3054503"/>
            <a:ext cx="2587986" cy="416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600 real buildings</a:t>
            </a:r>
          </a:p>
        </p:txBody>
      </p:sp>
      <p:pic>
        <p:nvPicPr>
          <p:cNvPr id="7" name="Picture 2" descr="solar energy icon logo vector illustration. solar panels symbol ...">
            <a:extLst>
              <a:ext uri="{FF2B5EF4-FFF2-40B4-BE49-F238E27FC236}">
                <a16:creationId xmlns:a16="http://schemas.microsoft.com/office/drawing/2014/main" id="{E41EFA98-DF70-ABEB-DD57-7973D17707B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biLevel thresh="2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4807" t="21993" r="14052" b="20615"/>
          <a:stretch>
            <a:fillRect/>
          </a:stretch>
        </p:blipFill>
        <p:spPr bwMode="auto">
          <a:xfrm>
            <a:off x="8670374" y="4019349"/>
            <a:ext cx="2235442" cy="1803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CF33595-C387-C961-76A8-2E0AC93A87CF}"/>
              </a:ext>
            </a:extLst>
          </p:cNvPr>
          <p:cNvSpPr txBox="1"/>
          <p:nvPr/>
        </p:nvSpPr>
        <p:spPr>
          <a:xfrm>
            <a:off x="8046793" y="5697472"/>
            <a:ext cx="3512179" cy="785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0% ~ 100% annual electricity consumption offset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F3C2BDE-D641-77A7-B487-5B55D25A953F}"/>
              </a:ext>
            </a:extLst>
          </p:cNvPr>
          <p:cNvGrpSpPr/>
          <p:nvPr/>
        </p:nvGrpSpPr>
        <p:grpSpPr>
          <a:xfrm>
            <a:off x="366105" y="2868826"/>
            <a:ext cx="6143806" cy="3869905"/>
            <a:chOff x="336001" y="3031639"/>
            <a:chExt cx="5995283" cy="3776352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A86DDB91-8645-946E-615C-71EB1C3CC340}"/>
                </a:ext>
              </a:extLst>
            </p:cNvPr>
            <p:cNvGrpSpPr/>
            <p:nvPr/>
          </p:nvGrpSpPr>
          <p:grpSpPr>
            <a:xfrm>
              <a:off x="651995" y="3031639"/>
              <a:ext cx="5166273" cy="3672554"/>
              <a:chOff x="1288029" y="1248053"/>
              <a:chExt cx="8595100" cy="6110010"/>
            </a:xfrm>
          </p:grpSpPr>
          <p:pic>
            <p:nvPicPr>
              <p:cNvPr id="51" name="Picture 2">
                <a:extLst>
                  <a:ext uri="{FF2B5EF4-FFF2-40B4-BE49-F238E27FC236}">
                    <a16:creationId xmlns:a16="http://schemas.microsoft.com/office/drawing/2014/main" id="{090AD3AA-827F-5E3B-35F4-C40CA89B099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6">
                <a:alphaModFix/>
                <a:grayscl/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saturation sat="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365"/>
              <a:stretch>
                <a:fillRect/>
              </a:stretch>
            </p:blipFill>
            <p:spPr bwMode="auto">
              <a:xfrm>
                <a:off x="1288029" y="1248053"/>
                <a:ext cx="8595100" cy="611001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2" name="Picture 4">
                <a:extLst>
                  <a:ext uri="{FF2B5EF4-FFF2-40B4-BE49-F238E27FC236}">
                    <a16:creationId xmlns:a16="http://schemas.microsoft.com/office/drawing/2014/main" id="{486C646E-5E27-B5CD-8934-94ED5B3DEA1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8">
                <a:extLst>
                  <a:ext uri="{BEBA8EAE-BF5A-486C-A8C5-ECC9F3942E4B}">
                    <a14:imgProps xmlns:a14="http://schemas.microsoft.com/office/drawing/2010/main">
                      <a14:imgLayer r:embed="rId9">
                        <a14:imgEffect>
                          <a14:backgroundRemoval t="32813" b="65938" l="1526" r="16315">
                            <a14:foregroundMark x1="2347" y1="35313" x2="4930" y2="34688"/>
                            <a14:foregroundMark x1="9038" y1="63438" x2="13850" y2="67188"/>
                            <a14:foregroundMark x1="13850" y1="67188" x2="16315" y2="60625"/>
                            <a14:foregroundMark x1="16315" y1="60625" x2="15258" y2="57969"/>
                            <a14:foregroundMark x1="9859" y1="65781" x2="15141" y2="65938"/>
                            <a14:foregroundMark x1="3052" y1="33125" x2="4108" y2="32813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30786" r="83068" b="31542"/>
              <a:stretch>
                <a:fillRect/>
              </a:stretch>
            </p:blipFill>
            <p:spPr bwMode="auto">
              <a:xfrm>
                <a:off x="1288029" y="2884172"/>
                <a:ext cx="1455370" cy="243230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3" name="Picture 4">
                <a:extLst>
                  <a:ext uri="{FF2B5EF4-FFF2-40B4-BE49-F238E27FC236}">
                    <a16:creationId xmlns:a16="http://schemas.microsoft.com/office/drawing/2014/main" id="{C4AC6C9D-920D-BEA8-F549-FF5A9F8A070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0">
                <a:extLst>
                  <a:ext uri="{BEBA8EAE-BF5A-486C-A8C5-ECC9F3942E4B}">
                    <a14:imgProps xmlns:a14="http://schemas.microsoft.com/office/drawing/2010/main">
                      <a14:imgLayer r:embed="rId11">
                        <a14:imgEffect>
                          <a14:backgroundRemoval t="36094" b="56875" l="70775" r="89789">
                            <a14:foregroundMark x1="83398" y1="36518" x2="84390" y2="36406"/>
                            <a14:foregroundMark x1="78873" y1="37031" x2="79385" y2="36973"/>
                            <a14:foregroundMark x1="84390" y1="36406" x2="90023" y2="37500"/>
                            <a14:foregroundMark x1="90023" y1="37500" x2="88732" y2="52344"/>
                            <a14:foregroundMark x1="88732" y1="52344" x2="78987" y2="56524"/>
                            <a14:foregroundMark x1="77013" y1="56515" x2="72653" y2="55156"/>
                            <a14:foregroundMark x1="72653" y1="55156" x2="71831" y2="49375"/>
                            <a14:foregroundMark x1="83685" y1="36094" x2="87559" y2="36250"/>
                            <a14:foregroundMark x1="87911" y1="36719" x2="89789" y2="43906"/>
                            <a14:foregroundMark x1="89789" y1="43906" x2="88732" y2="43906"/>
                            <a14:backgroundMark x1="79577" y1="36563" x2="83451" y2="36406"/>
                            <a14:backgroundMark x1="77934" y1="57813" x2="77934" y2="57813"/>
                            <a14:backgroundMark x1="78052" y1="57500" x2="78638" y2="57344"/>
                            <a14:backgroundMark x1="78052" y1="57500" x2="78052" y2="57500"/>
                            <a14:backgroundMark x1="78052" y1="57500" x2="77700" y2="57656"/>
                            <a14:backgroundMark x1="78169" y1="57813" x2="78052" y2="57500"/>
                            <a14:backgroundMark x1="78052" y1="57344" x2="78052" y2="57344"/>
                            <a14:backgroundMark x1="78286" y1="57813" x2="77934" y2="57656"/>
                            <a14:backgroundMark x1="78169" y1="57188" x2="77700" y2="57344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8759" t="35021" r="9163" b="41374"/>
              <a:stretch>
                <a:fillRect/>
              </a:stretch>
            </p:blipFill>
            <p:spPr bwMode="auto">
              <a:xfrm>
                <a:off x="7203406" y="3164796"/>
                <a:ext cx="1897627" cy="1524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4" name="Picture 4">
                <a:extLst>
                  <a:ext uri="{FF2B5EF4-FFF2-40B4-BE49-F238E27FC236}">
                    <a16:creationId xmlns:a16="http://schemas.microsoft.com/office/drawing/2014/main" id="{559C3ED2-9BF4-8384-0090-FED13B4EC30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2">
                <a:extLst>
                  <a:ext uri="{BEBA8EAE-BF5A-486C-A8C5-ECC9F3942E4B}">
                    <a14:imgProps xmlns:a14="http://schemas.microsoft.com/office/drawing/2010/main">
                      <a14:imgLayer r:embed="rId13">
                        <a14:imgEffect>
                          <a14:backgroundRemoval t="65625" b="96250" l="32512" r="54343">
                            <a14:foregroundMark x1="32512" y1="77813" x2="33216" y2="74063"/>
                            <a14:foregroundMark x1="41784" y1="68594" x2="47066" y2="67969"/>
                            <a14:foregroundMark x1="41315" y1="65781" x2="43192" y2="66250"/>
                            <a14:foregroundMark x1="54343" y1="78125" x2="54343" y2="78125"/>
                            <a14:backgroundMark x1="54577" y1="72344" x2="54108" y2="71719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0337" t="64817" r="43811"/>
              <a:stretch>
                <a:fillRect/>
              </a:stretch>
            </p:blipFill>
            <p:spPr bwMode="auto">
              <a:xfrm>
                <a:off x="3894145" y="5079044"/>
                <a:ext cx="2221992" cy="227152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731D8716-A697-8A1E-347D-61F2D6A8FD5D}"/>
                </a:ext>
              </a:extLst>
            </p:cNvPr>
            <p:cNvGrpSpPr/>
            <p:nvPr/>
          </p:nvGrpSpPr>
          <p:grpSpPr>
            <a:xfrm>
              <a:off x="5290380" y="4373299"/>
              <a:ext cx="1040904" cy="962018"/>
              <a:chOff x="5332830" y="4387474"/>
              <a:chExt cx="1040904" cy="962018"/>
            </a:xfrm>
          </p:grpSpPr>
          <p:pic>
            <p:nvPicPr>
              <p:cNvPr id="49" name="Picture 5">
                <a:extLst>
                  <a:ext uri="{FF2B5EF4-FFF2-40B4-BE49-F238E27FC236}">
                    <a16:creationId xmlns:a16="http://schemas.microsoft.com/office/drawing/2014/main" id="{A7D501B2-6705-DF49-171E-A018ED309F8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887" t="17100" r="9473" b="15159"/>
              <a:stretch>
                <a:fillRect/>
              </a:stretch>
            </p:blipFill>
            <p:spPr bwMode="auto">
              <a:xfrm>
                <a:off x="5332830" y="4484157"/>
                <a:ext cx="1040904" cy="86533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0" name="Picture 2" descr="solar energy icon logo vector illustration. solar panels symbol ...">
                <a:extLst>
                  <a:ext uri="{FF2B5EF4-FFF2-40B4-BE49-F238E27FC236}">
                    <a16:creationId xmlns:a16="http://schemas.microsoft.com/office/drawing/2014/main" id="{5328724F-5CD4-C8AB-7321-A0B3CB3E3ED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4">
                <a:biLevel thresh="50000"/>
                <a:extLst>
                  <a:ext uri="{BEBA8EAE-BF5A-486C-A8C5-ECC9F3942E4B}">
                    <a14:imgProps xmlns:a14="http://schemas.microsoft.com/office/drawing/2010/main">
                      <a14:imgLayer r:embed="rId15">
                        <a14:imgEffect>
                          <a14:backgroundRemoval t="26458" b="73646" l="21250" r="78750">
                            <a14:foregroundMark x1="54896" y1="53021" x2="54896" y2="53021"/>
                            <a14:foregroundMark x1="71146" y1="53542" x2="71146" y2="53542"/>
                            <a14:foregroundMark x1="64063" y1="70052" x2="64063" y2="70052"/>
                            <a14:foregroundMark x1="47813" y1="69531" x2="47813" y2="69531"/>
                            <a14:foregroundMark x1="34115" y1="68229" x2="34115" y2="68229"/>
                            <a14:foregroundMark x1="33854" y1="40417" x2="33854" y2="40417"/>
                            <a14:foregroundMark x1="43594" y1="32240" x2="43594" y2="32240"/>
                            <a14:foregroundMark x1="48333" y1="40938" x2="48333" y2="40938"/>
                            <a14:foregroundMark x1="23906" y1="51406" x2="23906" y2="51406"/>
                            <a14:foregroundMark x1="21250" y1="41198" x2="21250" y2="41198"/>
                            <a14:foregroundMark x1="24948" y1="31979" x2="24948" y2="31979"/>
                            <a14:foregroundMark x1="34115" y1="26979" x2="34115" y2="26979"/>
                            <a14:foregroundMark x1="39896" y1="50625" x2="39896" y2="50625"/>
                            <a14:foregroundMark x1="33854" y1="26458" x2="33854" y2="26458"/>
                            <a14:foregroundMark x1="34688" y1="28698" x2="34688" y2="28698"/>
                            <a14:foregroundMark x1="25625" y1="32396" x2="25625" y2="32396"/>
                            <a14:foregroundMark x1="26042" y1="32292" x2="26042" y2="32292"/>
                            <a14:foregroundMark x1="24896" y1="50938" x2="24896" y2="50938"/>
                            <a14:foregroundMark x1="24896" y1="50938" x2="24896" y2="50938"/>
                            <a14:foregroundMark x1="34688" y1="28073" x2="34688" y2="28073"/>
                            <a14:foregroundMark x1="34792" y1="29427" x2="34792" y2="29427"/>
                            <a14:foregroundMark x1="24479" y1="30573" x2="24479" y2="30573"/>
                          </a14:backgroundRemoval>
                        </a14:imgEffect>
                        <a14:imgEffect>
                          <a14:saturation sat="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4807" t="21993" r="14052" b="20615"/>
              <a:stretch>
                <a:fillRect/>
              </a:stretch>
            </p:blipFill>
            <p:spPr bwMode="auto">
              <a:xfrm>
                <a:off x="5370924" y="4387474"/>
                <a:ext cx="507750" cy="40962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7D1CAB4D-F681-0D40-FDF8-981C0AE9BC9A}"/>
                </a:ext>
              </a:extLst>
            </p:cNvPr>
            <p:cNvGrpSpPr/>
            <p:nvPr/>
          </p:nvGrpSpPr>
          <p:grpSpPr>
            <a:xfrm>
              <a:off x="336001" y="4867916"/>
              <a:ext cx="1040904" cy="962018"/>
              <a:chOff x="5332830" y="4387474"/>
              <a:chExt cx="1040904" cy="962018"/>
            </a:xfrm>
          </p:grpSpPr>
          <p:pic>
            <p:nvPicPr>
              <p:cNvPr id="47" name="Picture 5">
                <a:extLst>
                  <a:ext uri="{FF2B5EF4-FFF2-40B4-BE49-F238E27FC236}">
                    <a16:creationId xmlns:a16="http://schemas.microsoft.com/office/drawing/2014/main" id="{63A4EBF5-A0C5-3B99-1F2C-4E131859167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887" t="17100" r="9473" b="15159"/>
              <a:stretch>
                <a:fillRect/>
              </a:stretch>
            </p:blipFill>
            <p:spPr bwMode="auto">
              <a:xfrm>
                <a:off x="5332830" y="4484157"/>
                <a:ext cx="1040904" cy="86533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8" name="Picture 2" descr="solar energy icon logo vector illustration. solar panels symbol ...">
                <a:extLst>
                  <a:ext uri="{FF2B5EF4-FFF2-40B4-BE49-F238E27FC236}">
                    <a16:creationId xmlns:a16="http://schemas.microsoft.com/office/drawing/2014/main" id="{D4726B13-CAAB-F6C5-0D20-A53E5DD3AFE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4">
                <a:biLevel thresh="25000"/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26458" b="73646" l="21250" r="78750">
                            <a14:foregroundMark x1="54896" y1="53021" x2="54896" y2="53021"/>
                            <a14:foregroundMark x1="71146" y1="53542" x2="71146" y2="53542"/>
                            <a14:foregroundMark x1="64063" y1="70052" x2="64063" y2="70052"/>
                            <a14:foregroundMark x1="47813" y1="69531" x2="47813" y2="69531"/>
                            <a14:foregroundMark x1="34115" y1="68229" x2="34115" y2="68229"/>
                            <a14:foregroundMark x1="33854" y1="40417" x2="33854" y2="40417"/>
                            <a14:foregroundMark x1="43594" y1="32240" x2="43594" y2="32240"/>
                            <a14:foregroundMark x1="48333" y1="40938" x2="48333" y2="40938"/>
                            <a14:foregroundMark x1="23906" y1="51406" x2="23906" y2="51406"/>
                            <a14:foregroundMark x1="21250" y1="41198" x2="21250" y2="41198"/>
                            <a14:foregroundMark x1="24948" y1="31979" x2="24948" y2="31979"/>
                            <a14:foregroundMark x1="34115" y1="26979" x2="34115" y2="26979"/>
                            <a14:foregroundMark x1="39896" y1="50625" x2="39896" y2="50625"/>
                            <a14:foregroundMark x1="33854" y1="26458" x2="33854" y2="26458"/>
                            <a14:foregroundMark x1="34688" y1="28698" x2="34688" y2="28698"/>
                            <a14:foregroundMark x1="25625" y1="32396" x2="25625" y2="32396"/>
                            <a14:foregroundMark x1="26042" y1="32292" x2="26042" y2="32292"/>
                            <a14:foregroundMark x1="24896" y1="50938" x2="24896" y2="50938"/>
                            <a14:foregroundMark x1="24896" y1="50938" x2="24896" y2="50938"/>
                            <a14:foregroundMark x1="34688" y1="28073" x2="34688" y2="28073"/>
                            <a14:foregroundMark x1="34792" y1="29427" x2="34792" y2="29427"/>
                            <a14:foregroundMark x1="24479" y1="30573" x2="24479" y2="30573"/>
                          </a14:backgroundRemoval>
                        </a14:imgEffect>
                        <a14:imgEffect>
                          <a14:saturation sat="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4807" t="21993" r="14052" b="20615"/>
              <a:stretch>
                <a:fillRect/>
              </a:stretch>
            </p:blipFill>
            <p:spPr bwMode="auto">
              <a:xfrm>
                <a:off x="5370924" y="4387474"/>
                <a:ext cx="507750" cy="40962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43E7B9A4-4FBA-0EC5-0C5B-45FD8FBFA579}"/>
                </a:ext>
              </a:extLst>
            </p:cNvPr>
            <p:cNvGrpSpPr/>
            <p:nvPr/>
          </p:nvGrpSpPr>
          <p:grpSpPr>
            <a:xfrm>
              <a:off x="2365794" y="5845973"/>
              <a:ext cx="1040904" cy="962018"/>
              <a:chOff x="5332830" y="4387474"/>
              <a:chExt cx="1040904" cy="962018"/>
            </a:xfrm>
          </p:grpSpPr>
          <p:pic>
            <p:nvPicPr>
              <p:cNvPr id="40" name="Picture 5">
                <a:extLst>
                  <a:ext uri="{FF2B5EF4-FFF2-40B4-BE49-F238E27FC236}">
                    <a16:creationId xmlns:a16="http://schemas.microsoft.com/office/drawing/2014/main" id="{6167ACA3-B189-E30D-72B9-FF64B0A5826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887" t="17100" r="9473" b="15159"/>
              <a:stretch>
                <a:fillRect/>
              </a:stretch>
            </p:blipFill>
            <p:spPr bwMode="auto">
              <a:xfrm>
                <a:off x="5332830" y="4484157"/>
                <a:ext cx="1040904" cy="86533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1" name="Picture 2" descr="solar energy icon logo vector illustration. solar panels symbol ...">
                <a:extLst>
                  <a:ext uri="{FF2B5EF4-FFF2-40B4-BE49-F238E27FC236}">
                    <a16:creationId xmlns:a16="http://schemas.microsoft.com/office/drawing/2014/main" id="{12E54575-8A86-EB76-386A-FE0E04325FA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4">
                <a:biLevel thresh="25000"/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26458" b="73646" l="21250" r="78750">
                            <a14:foregroundMark x1="54896" y1="53021" x2="54896" y2="53021"/>
                            <a14:foregroundMark x1="71146" y1="53542" x2="71146" y2="53542"/>
                            <a14:foregroundMark x1="64063" y1="70052" x2="64063" y2="70052"/>
                            <a14:foregroundMark x1="47813" y1="69531" x2="47813" y2="69531"/>
                            <a14:foregroundMark x1="34115" y1="68229" x2="34115" y2="68229"/>
                            <a14:foregroundMark x1="33854" y1="40417" x2="33854" y2="40417"/>
                            <a14:foregroundMark x1="43594" y1="32240" x2="43594" y2="32240"/>
                            <a14:foregroundMark x1="48333" y1="40938" x2="48333" y2="40938"/>
                            <a14:foregroundMark x1="23906" y1="51406" x2="23906" y2="51406"/>
                            <a14:foregroundMark x1="21250" y1="41198" x2="21250" y2="41198"/>
                            <a14:foregroundMark x1="24948" y1="31979" x2="24948" y2="31979"/>
                            <a14:foregroundMark x1="34115" y1="26979" x2="34115" y2="26979"/>
                            <a14:foregroundMark x1="39896" y1="50625" x2="39896" y2="50625"/>
                            <a14:foregroundMark x1="33854" y1="26458" x2="33854" y2="26458"/>
                            <a14:foregroundMark x1="34688" y1="28698" x2="34688" y2="28698"/>
                            <a14:foregroundMark x1="25625" y1="32396" x2="25625" y2="32396"/>
                            <a14:foregroundMark x1="26042" y1="32292" x2="26042" y2="32292"/>
                            <a14:foregroundMark x1="24896" y1="50938" x2="24896" y2="50938"/>
                            <a14:foregroundMark x1="24896" y1="50938" x2="24896" y2="50938"/>
                            <a14:foregroundMark x1="34688" y1="28073" x2="34688" y2="28073"/>
                            <a14:foregroundMark x1="34792" y1="29427" x2="34792" y2="29427"/>
                            <a14:foregroundMark x1="24479" y1="30573" x2="24479" y2="30573"/>
                          </a14:backgroundRemoval>
                        </a14:imgEffect>
                        <a14:imgEffect>
                          <a14:saturation sat="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4807" t="21993" r="14052" b="20615"/>
              <a:stretch>
                <a:fillRect/>
              </a:stretch>
            </p:blipFill>
            <p:spPr bwMode="auto">
              <a:xfrm>
                <a:off x="5370924" y="4387474"/>
                <a:ext cx="507750" cy="40962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D2CA779B-885B-947A-02C9-5B5C161B3AD7}"/>
              </a:ext>
            </a:extLst>
          </p:cNvPr>
          <p:cNvSpPr txBox="1"/>
          <p:nvPr/>
        </p:nvSpPr>
        <p:spPr>
          <a:xfrm>
            <a:off x="3299982" y="1273839"/>
            <a:ext cx="1998743" cy="1933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64592" indent="-16459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ECA9A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Annual avg. </a:t>
            </a:r>
          </a:p>
          <a:p>
            <a:pPr marL="164592" indent="-16459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EBB16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Seasonal avg. </a:t>
            </a:r>
          </a:p>
          <a:p>
            <a:pPr marL="164592" indent="-16459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BEB9D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Time-of-day avg. </a:t>
            </a:r>
          </a:p>
          <a:p>
            <a:pPr marL="164592" indent="-16459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88ADC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Season-hour avg.</a:t>
            </a:r>
          </a:p>
          <a:p>
            <a:pPr marL="164592" indent="-16459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8DC8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Month-hour avg.</a:t>
            </a:r>
          </a:p>
        </p:txBody>
      </p:sp>
      <p:sp>
        <p:nvSpPr>
          <p:cNvPr id="1050" name="TextBox 1049">
            <a:extLst>
              <a:ext uri="{FF2B5EF4-FFF2-40B4-BE49-F238E27FC236}">
                <a16:creationId xmlns:a16="http://schemas.microsoft.com/office/drawing/2014/main" id="{4F6961DB-5844-297C-D26B-A3D2FC934C83}"/>
              </a:ext>
            </a:extLst>
          </p:cNvPr>
          <p:cNvSpPr txBox="1"/>
          <p:nvPr/>
        </p:nvSpPr>
        <p:spPr>
          <a:xfrm>
            <a:off x="5778244" y="2846733"/>
            <a:ext cx="2587986" cy="785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Operational and avoided emissions</a:t>
            </a:r>
          </a:p>
        </p:txBody>
      </p:sp>
    </p:spTree>
    <p:extLst>
      <p:ext uri="{BB962C8B-B14F-4D97-AF65-F5344CB8AC3E}">
        <p14:creationId xmlns:p14="http://schemas.microsoft.com/office/powerpoint/2010/main" val="24861855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47D39E-6F99-36EC-B279-FEC8113CD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8C66C814-1268-FBDC-59FF-71023E10508E}"/>
              </a:ext>
            </a:extLst>
          </p:cNvPr>
          <p:cNvSpPr txBox="1"/>
          <p:nvPr/>
        </p:nvSpPr>
        <p:spPr>
          <a:xfrm>
            <a:off x="136798" y="3209569"/>
            <a:ext cx="5530075" cy="45653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2. Grid emissions rate (Cambium 2024)</a:t>
            </a: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92D93968-B289-B342-CA26-426C5E8714F2}"/>
              </a:ext>
            </a:extLst>
          </p:cNvPr>
          <p:cNvGrpSpPr/>
          <p:nvPr/>
        </p:nvGrpSpPr>
        <p:grpSpPr>
          <a:xfrm>
            <a:off x="1959030" y="3640255"/>
            <a:ext cx="2687290" cy="1138024"/>
            <a:chOff x="2404969" y="1553294"/>
            <a:chExt cx="2687290" cy="1138024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33EB0CF8-147C-1D36-D7E9-0CEC8132B5F1}"/>
                </a:ext>
              </a:extLst>
            </p:cNvPr>
            <p:cNvSpPr txBox="1"/>
            <p:nvPr/>
          </p:nvSpPr>
          <p:spPr>
            <a:xfrm>
              <a:off x="2404969" y="1931957"/>
              <a:ext cx="2588297" cy="69871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64592" indent="-164592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err="1">
                  <a:latin typeface="Arial" panose="020B0604020202020204" pitchFamily="34" charset="0"/>
                  <a:cs typeface="Arial" panose="020B0604020202020204" pitchFamily="34" charset="0"/>
                </a:rPr>
                <a:t>MidCase</a:t>
              </a:r>
              <a:endParaRPr 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64592" indent="-164592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err="1">
                  <a:latin typeface="Arial" panose="020B0604020202020204" pitchFamily="34" charset="0"/>
                  <a:cs typeface="Arial" panose="020B0604020202020204" pitchFamily="34" charset="0"/>
                </a:rPr>
                <a:t>LowRECost_HighNGPrice</a:t>
              </a:r>
              <a:endParaRPr 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Alternate Process 41">
              <a:extLst>
                <a:ext uri="{FF2B5EF4-FFF2-40B4-BE49-F238E27FC236}">
                  <a16:creationId xmlns:a16="http://schemas.microsoft.com/office/drawing/2014/main" id="{DF7898E7-7F1F-FAB1-AA32-2D7B28E1F0D2}"/>
                </a:ext>
              </a:extLst>
            </p:cNvPr>
            <p:cNvSpPr/>
            <p:nvPr/>
          </p:nvSpPr>
          <p:spPr>
            <a:xfrm>
              <a:off x="2418015" y="2005644"/>
              <a:ext cx="2674244" cy="685674"/>
            </a:xfrm>
            <a:prstGeom prst="flowChartAlternateProcess">
              <a:avLst/>
            </a:prstGeom>
            <a:noFill/>
            <a:ln>
              <a:solidFill>
                <a:schemeClr val="bg2">
                  <a:lumMod val="9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5123274B-1854-DF74-CBE5-89E988E21767}"/>
                </a:ext>
              </a:extLst>
            </p:cNvPr>
            <p:cNvSpPr txBox="1"/>
            <p:nvPr/>
          </p:nvSpPr>
          <p:spPr>
            <a:xfrm>
              <a:off x="2947629" y="1553294"/>
              <a:ext cx="1615016" cy="416011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Scenarios</a:t>
              </a: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E8185DD6-885E-660C-6860-41CA2020E1B8}"/>
              </a:ext>
            </a:extLst>
          </p:cNvPr>
          <p:cNvGrpSpPr/>
          <p:nvPr/>
        </p:nvGrpSpPr>
        <p:grpSpPr>
          <a:xfrm>
            <a:off x="5235789" y="3642402"/>
            <a:ext cx="912942" cy="1132297"/>
            <a:chOff x="5558503" y="1553294"/>
            <a:chExt cx="912942" cy="1132297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298D18D9-E3FA-BF19-51E2-79B8B1F52992}"/>
                </a:ext>
              </a:extLst>
            </p:cNvPr>
            <p:cNvSpPr txBox="1"/>
            <p:nvPr/>
          </p:nvSpPr>
          <p:spPr>
            <a:xfrm>
              <a:off x="5558503" y="1969306"/>
              <a:ext cx="912942" cy="69871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64592" indent="-164592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2025</a:t>
              </a:r>
            </a:p>
            <a:p>
              <a:pPr marL="164592" indent="-164592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2050</a:t>
              </a:r>
            </a:p>
          </p:txBody>
        </p:sp>
        <p:sp>
          <p:nvSpPr>
            <p:cNvPr id="44" name="Alternate Process 43">
              <a:extLst>
                <a:ext uri="{FF2B5EF4-FFF2-40B4-BE49-F238E27FC236}">
                  <a16:creationId xmlns:a16="http://schemas.microsoft.com/office/drawing/2014/main" id="{BF7F98E5-EDEE-A844-978A-EEB1805D57C3}"/>
                </a:ext>
              </a:extLst>
            </p:cNvPr>
            <p:cNvSpPr/>
            <p:nvPr/>
          </p:nvSpPr>
          <p:spPr>
            <a:xfrm>
              <a:off x="5558503" y="2018330"/>
              <a:ext cx="912942" cy="667261"/>
            </a:xfrm>
            <a:prstGeom prst="flowChartAlternateProcess">
              <a:avLst/>
            </a:prstGeom>
            <a:noFill/>
            <a:ln>
              <a:solidFill>
                <a:schemeClr val="bg2">
                  <a:lumMod val="9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12700EA6-7F67-56A8-29A6-CEC054581C08}"/>
                </a:ext>
              </a:extLst>
            </p:cNvPr>
            <p:cNvSpPr txBox="1"/>
            <p:nvPr/>
          </p:nvSpPr>
          <p:spPr>
            <a:xfrm>
              <a:off x="5617804" y="1553294"/>
              <a:ext cx="853641" cy="416011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Time</a:t>
              </a:r>
            </a:p>
          </p:txBody>
        </p:sp>
      </p:grpSp>
      <p:grpSp>
        <p:nvGrpSpPr>
          <p:cNvPr id="1058" name="Group 1057">
            <a:extLst>
              <a:ext uri="{FF2B5EF4-FFF2-40B4-BE49-F238E27FC236}">
                <a16:creationId xmlns:a16="http://schemas.microsoft.com/office/drawing/2014/main" id="{F7475BAF-16A2-5B58-9E03-CF8938C26777}"/>
              </a:ext>
            </a:extLst>
          </p:cNvPr>
          <p:cNvGrpSpPr/>
          <p:nvPr/>
        </p:nvGrpSpPr>
        <p:grpSpPr>
          <a:xfrm>
            <a:off x="6721274" y="3640255"/>
            <a:ext cx="2604782" cy="2497347"/>
            <a:chOff x="6776382" y="3478732"/>
            <a:chExt cx="2604782" cy="249734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9BD25FA-DC5F-1CB8-D356-15D95CF700A8}"/>
                </a:ext>
              </a:extLst>
            </p:cNvPr>
            <p:cNvSpPr txBox="1"/>
            <p:nvPr/>
          </p:nvSpPr>
          <p:spPr>
            <a:xfrm>
              <a:off x="6845844" y="3974150"/>
              <a:ext cx="2449812" cy="199137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64592" indent="-164592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ECA9A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Annual avg. </a:t>
              </a:r>
            </a:p>
            <a:p>
              <a:pPr marL="164592" indent="-164592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EBB16D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Seasonal avg. </a:t>
              </a:r>
            </a:p>
            <a:p>
              <a:pPr marL="164592" indent="-164592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BEB9D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Time-of-day avg. </a:t>
              </a:r>
            </a:p>
            <a:p>
              <a:pPr marL="164592" indent="-164592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88AD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Season-hour avg.</a:t>
              </a:r>
            </a:p>
            <a:p>
              <a:pPr marL="164592" indent="-164592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8DC8B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Month-hour avg.</a:t>
              </a:r>
            </a:p>
            <a:p>
              <a:pPr marL="164592" indent="-164592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b="1" dirty="0">
                  <a:solidFill>
                    <a:srgbClr val="AEAEA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Hourly avg. (reference)</a:t>
              </a:r>
            </a:p>
          </p:txBody>
        </p:sp>
        <p:sp>
          <p:nvSpPr>
            <p:cNvPr id="28" name="Alternate Process 27">
              <a:extLst>
                <a:ext uri="{FF2B5EF4-FFF2-40B4-BE49-F238E27FC236}">
                  <a16:creationId xmlns:a16="http://schemas.microsoft.com/office/drawing/2014/main" id="{FFA8C616-2CE2-E2E5-2777-20E9BE9C4A48}"/>
                </a:ext>
              </a:extLst>
            </p:cNvPr>
            <p:cNvSpPr/>
            <p:nvPr/>
          </p:nvSpPr>
          <p:spPr>
            <a:xfrm>
              <a:off x="6845844" y="3963602"/>
              <a:ext cx="2479033" cy="2012477"/>
            </a:xfrm>
            <a:prstGeom prst="flowChartAlternateProcess">
              <a:avLst/>
            </a:prstGeom>
            <a:noFill/>
            <a:ln>
              <a:solidFill>
                <a:schemeClr val="bg2">
                  <a:lumMod val="9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69789F2B-D787-5FA5-1A44-29556A0866BE}"/>
                </a:ext>
              </a:extLst>
            </p:cNvPr>
            <p:cNvSpPr txBox="1"/>
            <p:nvPr/>
          </p:nvSpPr>
          <p:spPr>
            <a:xfrm>
              <a:off x="6776382" y="3478732"/>
              <a:ext cx="2604782" cy="416011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Emissions factors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B7FE3E80-5264-4A6F-CEAA-7E35917F5357}"/>
              </a:ext>
            </a:extLst>
          </p:cNvPr>
          <p:cNvGrpSpPr/>
          <p:nvPr/>
        </p:nvGrpSpPr>
        <p:grpSpPr>
          <a:xfrm>
            <a:off x="136799" y="3640255"/>
            <a:ext cx="1304775" cy="1452317"/>
            <a:chOff x="630401" y="1622154"/>
            <a:chExt cx="1304775" cy="1452317"/>
          </a:xfrm>
        </p:grpSpPr>
        <p:sp>
          <p:nvSpPr>
            <p:cNvPr id="48" name="Alternate Process 47">
              <a:extLst>
                <a:ext uri="{FF2B5EF4-FFF2-40B4-BE49-F238E27FC236}">
                  <a16:creationId xmlns:a16="http://schemas.microsoft.com/office/drawing/2014/main" id="{061D7698-2D54-7966-748D-2ABCB0E27679}"/>
                </a:ext>
              </a:extLst>
            </p:cNvPr>
            <p:cNvSpPr/>
            <p:nvPr/>
          </p:nvSpPr>
          <p:spPr>
            <a:xfrm>
              <a:off x="630401" y="2080968"/>
              <a:ext cx="1304775" cy="940846"/>
            </a:xfrm>
            <a:prstGeom prst="flowChartAlternateProcess">
              <a:avLst/>
            </a:prstGeom>
            <a:noFill/>
            <a:ln>
              <a:solidFill>
                <a:schemeClr val="bg2">
                  <a:lumMod val="9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54A8C8F9-D22A-BFF2-0D45-4D1769B9C7B6}"/>
                </a:ext>
              </a:extLst>
            </p:cNvPr>
            <p:cNvSpPr txBox="1"/>
            <p:nvPr/>
          </p:nvSpPr>
          <p:spPr>
            <a:xfrm>
              <a:off x="855967" y="1622154"/>
              <a:ext cx="853641" cy="416011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Grid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9F655FD0-7582-0AAE-0584-B76B12C46779}"/>
                </a:ext>
              </a:extLst>
            </p:cNvPr>
            <p:cNvSpPr txBox="1"/>
            <p:nvPr/>
          </p:nvSpPr>
          <p:spPr>
            <a:xfrm>
              <a:off x="630401" y="2052588"/>
              <a:ext cx="1304775" cy="102188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64592" indent="-164592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CAISO</a:t>
              </a:r>
            </a:p>
            <a:p>
              <a:pPr marL="164592" indent="-164592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ERCOT</a:t>
              </a:r>
            </a:p>
            <a:p>
              <a:pPr marL="164592" indent="-164592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PJM East</a:t>
              </a:r>
            </a:p>
          </p:txBody>
        </p:sp>
      </p:grpSp>
      <p:pic>
        <p:nvPicPr>
          <p:cNvPr id="3080" name="Picture 8" descr="Random - Free arrows icons">
            <a:extLst>
              <a:ext uri="{FF2B5EF4-FFF2-40B4-BE49-F238E27FC236}">
                <a16:creationId xmlns:a16="http://schemas.microsoft.com/office/drawing/2014/main" id="{F64B5C77-3CF5-AAF8-C114-D83A1DD3E9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6620" y="4232033"/>
            <a:ext cx="417575" cy="417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" name="Picture 8" descr="Random - Free arrows icons">
            <a:extLst>
              <a:ext uri="{FF2B5EF4-FFF2-40B4-BE49-F238E27FC236}">
                <a16:creationId xmlns:a16="http://schemas.microsoft.com/office/drawing/2014/main" id="{628E0BE8-0C40-8947-2E91-404C01F053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2267" y="4225811"/>
            <a:ext cx="417575" cy="417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" name="Picture 8" descr="Random - Free arrows icons">
            <a:extLst>
              <a:ext uri="{FF2B5EF4-FFF2-40B4-BE49-F238E27FC236}">
                <a16:creationId xmlns:a16="http://schemas.microsoft.com/office/drawing/2014/main" id="{E0FAB3D0-FCED-D032-0712-8628BA6BBE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7672" y="4225810"/>
            <a:ext cx="417575" cy="417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5" name="TextBox 1024">
            <a:extLst>
              <a:ext uri="{FF2B5EF4-FFF2-40B4-BE49-F238E27FC236}">
                <a16:creationId xmlns:a16="http://schemas.microsoft.com/office/drawing/2014/main" id="{B2F6A2C8-C142-3F52-8439-C1D7CC91C3B1}"/>
              </a:ext>
            </a:extLst>
          </p:cNvPr>
          <p:cNvSpPr txBox="1"/>
          <p:nvPr/>
        </p:nvSpPr>
        <p:spPr>
          <a:xfrm>
            <a:off x="145973" y="720397"/>
            <a:ext cx="6088705" cy="45653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1. Building electricity usage (Building Genome 2.0)</a:t>
            </a:r>
          </a:p>
        </p:txBody>
      </p:sp>
      <p:sp>
        <p:nvSpPr>
          <p:cNvPr id="1027" name="Alternate Process 1026">
            <a:extLst>
              <a:ext uri="{FF2B5EF4-FFF2-40B4-BE49-F238E27FC236}">
                <a16:creationId xmlns:a16="http://schemas.microsoft.com/office/drawing/2014/main" id="{76B647CB-E1D7-696E-8DAA-1F63AE1B3B05}"/>
              </a:ext>
            </a:extLst>
          </p:cNvPr>
          <p:cNvSpPr/>
          <p:nvPr/>
        </p:nvSpPr>
        <p:spPr>
          <a:xfrm>
            <a:off x="145974" y="1587853"/>
            <a:ext cx="1661598" cy="1306595"/>
          </a:xfrm>
          <a:prstGeom prst="flowChartAlternateProcess">
            <a:avLst/>
          </a:prstGeom>
          <a:noFill/>
          <a:ln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9" name="TextBox 1028">
            <a:extLst>
              <a:ext uri="{FF2B5EF4-FFF2-40B4-BE49-F238E27FC236}">
                <a16:creationId xmlns:a16="http://schemas.microsoft.com/office/drawing/2014/main" id="{63FD8A43-1C33-A2FE-FD80-8D6230CA2418}"/>
              </a:ext>
            </a:extLst>
          </p:cNvPr>
          <p:cNvSpPr txBox="1"/>
          <p:nvPr/>
        </p:nvSpPr>
        <p:spPr>
          <a:xfrm>
            <a:off x="191839" y="1142907"/>
            <a:ext cx="1587527" cy="416011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Metered usage</a:t>
            </a:r>
          </a:p>
        </p:txBody>
      </p:sp>
      <p:sp>
        <p:nvSpPr>
          <p:cNvPr id="1030" name="TextBox 1029">
            <a:extLst>
              <a:ext uri="{FF2B5EF4-FFF2-40B4-BE49-F238E27FC236}">
                <a16:creationId xmlns:a16="http://schemas.microsoft.com/office/drawing/2014/main" id="{5152BD10-8F83-2F46-D320-3DCC665204BC}"/>
              </a:ext>
            </a:extLst>
          </p:cNvPr>
          <p:cNvSpPr txBox="1"/>
          <p:nvPr/>
        </p:nvSpPr>
        <p:spPr>
          <a:xfrm>
            <a:off x="145974" y="1540244"/>
            <a:ext cx="1696423" cy="1345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64592" indent="-16459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600 buildings</a:t>
            </a:r>
          </a:p>
          <a:p>
            <a:pPr marL="164592" indent="-16459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10 locations</a:t>
            </a:r>
          </a:p>
          <a:p>
            <a:pPr marL="164592" indent="-16459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12 building types</a:t>
            </a:r>
          </a:p>
          <a:p>
            <a:pPr marL="164592" indent="-16459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Hourly interval</a:t>
            </a:r>
          </a:p>
        </p:txBody>
      </p:sp>
      <p:sp>
        <p:nvSpPr>
          <p:cNvPr id="1031" name="Alternate Process 1030">
            <a:extLst>
              <a:ext uri="{FF2B5EF4-FFF2-40B4-BE49-F238E27FC236}">
                <a16:creationId xmlns:a16="http://schemas.microsoft.com/office/drawing/2014/main" id="{E891F9B1-8B87-4AFF-14AE-88BE63B6B290}"/>
              </a:ext>
            </a:extLst>
          </p:cNvPr>
          <p:cNvSpPr/>
          <p:nvPr/>
        </p:nvSpPr>
        <p:spPr>
          <a:xfrm>
            <a:off x="2308047" y="1599121"/>
            <a:ext cx="1994987" cy="1021883"/>
          </a:xfrm>
          <a:prstGeom prst="flowChartAlternateProcess">
            <a:avLst/>
          </a:prstGeom>
          <a:noFill/>
          <a:ln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2" name="TextBox 1031">
            <a:extLst>
              <a:ext uri="{FF2B5EF4-FFF2-40B4-BE49-F238E27FC236}">
                <a16:creationId xmlns:a16="http://schemas.microsoft.com/office/drawing/2014/main" id="{F412737B-B33B-9445-C25C-13D44913AC58}"/>
              </a:ext>
            </a:extLst>
          </p:cNvPr>
          <p:cNvSpPr txBox="1"/>
          <p:nvPr/>
        </p:nvSpPr>
        <p:spPr>
          <a:xfrm>
            <a:off x="2093655" y="1142907"/>
            <a:ext cx="2420942" cy="416011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Onsite solar PV</a:t>
            </a:r>
          </a:p>
        </p:txBody>
      </p:sp>
      <p:sp>
        <p:nvSpPr>
          <p:cNvPr id="1033" name="TextBox 1032">
            <a:extLst>
              <a:ext uri="{FF2B5EF4-FFF2-40B4-BE49-F238E27FC236}">
                <a16:creationId xmlns:a16="http://schemas.microsoft.com/office/drawing/2014/main" id="{D508D91B-5ECA-2169-A826-834461098A0B}"/>
              </a:ext>
            </a:extLst>
          </p:cNvPr>
          <p:cNvSpPr txBox="1"/>
          <p:nvPr/>
        </p:nvSpPr>
        <p:spPr>
          <a:xfrm>
            <a:off x="2308047" y="1551512"/>
            <a:ext cx="1994987" cy="1021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64592" indent="-16459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15 ° facing south</a:t>
            </a:r>
          </a:p>
          <a:p>
            <a:pPr marL="164592" indent="-16459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Local solar radiation</a:t>
            </a:r>
          </a:p>
          <a:p>
            <a:pPr marL="164592" indent="-16459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Outdoor temperature</a:t>
            </a:r>
          </a:p>
        </p:txBody>
      </p:sp>
      <p:sp>
        <p:nvSpPr>
          <p:cNvPr id="1035" name="TextBox 1034">
            <a:extLst>
              <a:ext uri="{FF2B5EF4-FFF2-40B4-BE49-F238E27FC236}">
                <a16:creationId xmlns:a16="http://schemas.microsoft.com/office/drawing/2014/main" id="{F2F2CA22-9446-7E51-CC99-9D6444D37768}"/>
              </a:ext>
            </a:extLst>
          </p:cNvPr>
          <p:cNvSpPr txBox="1"/>
          <p:nvPr/>
        </p:nvSpPr>
        <p:spPr>
          <a:xfrm>
            <a:off x="4684416" y="1142907"/>
            <a:ext cx="2420942" cy="416011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Generation capacity</a:t>
            </a:r>
          </a:p>
        </p:txBody>
      </p:sp>
      <p:sp>
        <p:nvSpPr>
          <p:cNvPr id="1034" name="Alternate Process 1033">
            <a:extLst>
              <a:ext uri="{FF2B5EF4-FFF2-40B4-BE49-F238E27FC236}">
                <a16:creationId xmlns:a16="http://schemas.microsoft.com/office/drawing/2014/main" id="{3735CC31-9B9C-86D3-0873-A5D522C13FCE}"/>
              </a:ext>
            </a:extLst>
          </p:cNvPr>
          <p:cNvSpPr/>
          <p:nvPr/>
        </p:nvSpPr>
        <p:spPr>
          <a:xfrm>
            <a:off x="4890270" y="1597566"/>
            <a:ext cx="1917146" cy="1371676"/>
          </a:xfrm>
          <a:prstGeom prst="flowChartAlternateProcess">
            <a:avLst/>
          </a:prstGeom>
          <a:noFill/>
          <a:ln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6" name="TextBox 1035">
            <a:extLst>
              <a:ext uri="{FF2B5EF4-FFF2-40B4-BE49-F238E27FC236}">
                <a16:creationId xmlns:a16="http://schemas.microsoft.com/office/drawing/2014/main" id="{4F1B943D-8A09-712E-BA4F-FEDE4B7A0DEE}"/>
              </a:ext>
            </a:extLst>
          </p:cNvPr>
          <p:cNvSpPr txBox="1"/>
          <p:nvPr/>
        </p:nvSpPr>
        <p:spPr>
          <a:xfrm>
            <a:off x="4890271" y="1592488"/>
            <a:ext cx="1909398" cy="1345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(% annual load offset)</a:t>
            </a:r>
          </a:p>
          <a:p>
            <a:pPr marL="164592" indent="-16459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0% </a:t>
            </a:r>
          </a:p>
          <a:p>
            <a:pPr marL="164592" indent="-16459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25%</a:t>
            </a:r>
          </a:p>
          <a:p>
            <a:pPr marL="164592" indent="-16459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100% </a:t>
            </a:r>
          </a:p>
        </p:txBody>
      </p:sp>
      <p:pic>
        <p:nvPicPr>
          <p:cNvPr id="1038" name="Picture 8" descr="Random - Free arrows icons">
            <a:extLst>
              <a:ext uri="{FF2B5EF4-FFF2-40B4-BE49-F238E27FC236}">
                <a16:creationId xmlns:a16="http://schemas.microsoft.com/office/drawing/2014/main" id="{6A6C8AAB-891B-5BA2-C2BF-FF88C75B23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4079" y="1837068"/>
            <a:ext cx="417575" cy="417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9" name="Minus 1038">
            <a:extLst>
              <a:ext uri="{FF2B5EF4-FFF2-40B4-BE49-F238E27FC236}">
                <a16:creationId xmlns:a16="http://schemas.microsoft.com/office/drawing/2014/main" id="{476DA8F8-0590-3CE1-CAF2-211CC1D3D100}"/>
              </a:ext>
            </a:extLst>
          </p:cNvPr>
          <p:cNvSpPr/>
          <p:nvPr/>
        </p:nvSpPr>
        <p:spPr>
          <a:xfrm>
            <a:off x="1828382" y="1876383"/>
            <a:ext cx="445358" cy="372140"/>
          </a:xfrm>
          <a:prstGeom prst="mathMinus">
            <a:avLst/>
          </a:prstGeom>
          <a:solidFill>
            <a:srgbClr val="BBBBB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0" name="Equal 1039">
            <a:extLst>
              <a:ext uri="{FF2B5EF4-FFF2-40B4-BE49-F238E27FC236}">
                <a16:creationId xmlns:a16="http://schemas.microsoft.com/office/drawing/2014/main" id="{61D3EFCD-8E26-88CB-6378-2B3C1E0F3416}"/>
              </a:ext>
            </a:extLst>
          </p:cNvPr>
          <p:cNvSpPr/>
          <p:nvPr/>
        </p:nvSpPr>
        <p:spPr>
          <a:xfrm>
            <a:off x="6886647" y="1840628"/>
            <a:ext cx="410834" cy="372140"/>
          </a:xfrm>
          <a:prstGeom prst="mathEqual">
            <a:avLst>
              <a:gd name="adj1" fmla="val 23520"/>
              <a:gd name="adj2" fmla="val 23189"/>
            </a:avLst>
          </a:prstGeom>
          <a:solidFill>
            <a:srgbClr val="BBBBB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43" name="TextBox 1042">
            <a:extLst>
              <a:ext uri="{FF2B5EF4-FFF2-40B4-BE49-F238E27FC236}">
                <a16:creationId xmlns:a16="http://schemas.microsoft.com/office/drawing/2014/main" id="{EAA0C611-BD6B-1F60-B84F-29F10C8C5CAF}"/>
              </a:ext>
            </a:extLst>
          </p:cNvPr>
          <p:cNvSpPr txBox="1"/>
          <p:nvPr/>
        </p:nvSpPr>
        <p:spPr>
          <a:xfrm>
            <a:off x="7340332" y="1618090"/>
            <a:ext cx="2016415" cy="6987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64592" indent="-16459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Net electricity usage</a:t>
            </a:r>
          </a:p>
          <a:p>
            <a:pPr marL="164592" indent="-16459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Exported electricity</a:t>
            </a:r>
          </a:p>
        </p:txBody>
      </p:sp>
      <p:sp>
        <p:nvSpPr>
          <p:cNvPr id="1046" name="Alternate Process 1045">
            <a:extLst>
              <a:ext uri="{FF2B5EF4-FFF2-40B4-BE49-F238E27FC236}">
                <a16:creationId xmlns:a16="http://schemas.microsoft.com/office/drawing/2014/main" id="{BC9666D3-BC9A-7F93-BD6B-D779F2F736E0}"/>
              </a:ext>
            </a:extLst>
          </p:cNvPr>
          <p:cNvSpPr/>
          <p:nvPr/>
        </p:nvSpPr>
        <p:spPr>
          <a:xfrm>
            <a:off x="7359278" y="1624193"/>
            <a:ext cx="1910491" cy="692614"/>
          </a:xfrm>
          <a:prstGeom prst="flowChartAlternateProcess">
            <a:avLst/>
          </a:prstGeom>
          <a:noFill/>
          <a:ln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7" name="TextBox 1046">
            <a:extLst>
              <a:ext uri="{FF2B5EF4-FFF2-40B4-BE49-F238E27FC236}">
                <a16:creationId xmlns:a16="http://schemas.microsoft.com/office/drawing/2014/main" id="{67647417-D3BE-3FC0-604C-380D4594C5ED}"/>
              </a:ext>
            </a:extLst>
          </p:cNvPr>
          <p:cNvSpPr txBox="1"/>
          <p:nvPr/>
        </p:nvSpPr>
        <p:spPr>
          <a:xfrm>
            <a:off x="7280772" y="1142907"/>
            <a:ext cx="2075975" cy="416011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Annual operation</a:t>
            </a:r>
          </a:p>
        </p:txBody>
      </p:sp>
      <p:sp>
        <p:nvSpPr>
          <p:cNvPr id="1050" name="TextBox 1049">
            <a:extLst>
              <a:ext uri="{FF2B5EF4-FFF2-40B4-BE49-F238E27FC236}">
                <a16:creationId xmlns:a16="http://schemas.microsoft.com/office/drawing/2014/main" id="{258FB2A4-84B1-0B6C-6967-964959805E34}"/>
              </a:ext>
            </a:extLst>
          </p:cNvPr>
          <p:cNvSpPr txBox="1"/>
          <p:nvPr/>
        </p:nvSpPr>
        <p:spPr>
          <a:xfrm>
            <a:off x="9593106" y="726378"/>
            <a:ext cx="2342703" cy="45653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3. Accounting error</a:t>
            </a:r>
          </a:p>
        </p:txBody>
      </p:sp>
      <p:sp>
        <p:nvSpPr>
          <p:cNvPr id="1052" name="TextBox 1051">
            <a:extLst>
              <a:ext uri="{FF2B5EF4-FFF2-40B4-BE49-F238E27FC236}">
                <a16:creationId xmlns:a16="http://schemas.microsoft.com/office/drawing/2014/main" id="{0170CB9E-A1BC-9695-2ED0-65598F499264}"/>
              </a:ext>
            </a:extLst>
          </p:cNvPr>
          <p:cNvSpPr txBox="1"/>
          <p:nvPr/>
        </p:nvSpPr>
        <p:spPr>
          <a:xfrm>
            <a:off x="9672894" y="1624193"/>
            <a:ext cx="2382307" cy="1345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64592" indent="-16459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Operational emissions</a:t>
            </a:r>
          </a:p>
          <a:p>
            <a:pPr marL="164592" indent="-16459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Avoided emissions</a:t>
            </a:r>
          </a:p>
          <a:p>
            <a:pPr marL="164592" indent="-16459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Error distribution 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w.r.t.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hourly avg. reference)</a:t>
            </a:r>
          </a:p>
        </p:txBody>
      </p:sp>
      <p:sp>
        <p:nvSpPr>
          <p:cNvPr id="1053" name="Alternate Process 1052">
            <a:extLst>
              <a:ext uri="{FF2B5EF4-FFF2-40B4-BE49-F238E27FC236}">
                <a16:creationId xmlns:a16="http://schemas.microsoft.com/office/drawing/2014/main" id="{768BF0F0-3694-E5C5-B32B-32D65C923EC3}"/>
              </a:ext>
            </a:extLst>
          </p:cNvPr>
          <p:cNvSpPr/>
          <p:nvPr/>
        </p:nvSpPr>
        <p:spPr>
          <a:xfrm>
            <a:off x="9676866" y="1624193"/>
            <a:ext cx="2342702" cy="3932651"/>
          </a:xfrm>
          <a:prstGeom prst="flowChartAlternateProcess">
            <a:avLst/>
          </a:prstGeom>
          <a:noFill/>
          <a:ln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5" name="TextBox 1054">
            <a:extLst>
              <a:ext uri="{FF2B5EF4-FFF2-40B4-BE49-F238E27FC236}">
                <a16:creationId xmlns:a16="http://schemas.microsoft.com/office/drawing/2014/main" id="{211627D2-BD9E-502F-1ECE-C371EB09A8F6}"/>
              </a:ext>
            </a:extLst>
          </p:cNvPr>
          <p:cNvSpPr txBox="1"/>
          <p:nvPr/>
        </p:nvSpPr>
        <p:spPr>
          <a:xfrm>
            <a:off x="9699683" y="1142907"/>
            <a:ext cx="2209339" cy="416011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Emissions accounting </a:t>
            </a:r>
          </a:p>
        </p:txBody>
      </p:sp>
      <p:sp>
        <p:nvSpPr>
          <p:cNvPr id="1056" name="Right Arrow 1055">
            <a:extLst>
              <a:ext uri="{FF2B5EF4-FFF2-40B4-BE49-F238E27FC236}">
                <a16:creationId xmlns:a16="http://schemas.microsoft.com/office/drawing/2014/main" id="{CAA68193-76AA-5C70-561F-E5EDEB0E8F9B}"/>
              </a:ext>
            </a:extLst>
          </p:cNvPr>
          <p:cNvSpPr/>
          <p:nvPr/>
        </p:nvSpPr>
        <p:spPr>
          <a:xfrm>
            <a:off x="9351256" y="1758439"/>
            <a:ext cx="265725" cy="199677"/>
          </a:xfrm>
          <a:prstGeom prst="rightArrow">
            <a:avLst>
              <a:gd name="adj1" fmla="val 21420"/>
              <a:gd name="adj2" fmla="val 57667"/>
            </a:avLst>
          </a:prstGeom>
          <a:solidFill>
            <a:srgbClr val="BBBBB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7" name="Right Arrow 1056">
            <a:extLst>
              <a:ext uri="{FF2B5EF4-FFF2-40B4-BE49-F238E27FC236}">
                <a16:creationId xmlns:a16="http://schemas.microsoft.com/office/drawing/2014/main" id="{F95A6402-C849-1CA7-4B3B-0BC7548021FD}"/>
              </a:ext>
            </a:extLst>
          </p:cNvPr>
          <p:cNvSpPr/>
          <p:nvPr/>
        </p:nvSpPr>
        <p:spPr>
          <a:xfrm>
            <a:off x="9356671" y="2063388"/>
            <a:ext cx="265725" cy="199677"/>
          </a:xfrm>
          <a:prstGeom prst="rightArrow">
            <a:avLst>
              <a:gd name="adj1" fmla="val 21420"/>
              <a:gd name="adj2" fmla="val 57667"/>
            </a:avLst>
          </a:prstGeom>
          <a:solidFill>
            <a:srgbClr val="BBBBB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59" name="Picture 8" descr="Random - Free arrows icons">
            <a:extLst>
              <a:ext uri="{FF2B5EF4-FFF2-40B4-BE49-F238E27FC236}">
                <a16:creationId xmlns:a16="http://schemas.microsoft.com/office/drawing/2014/main" id="{8871EC90-99AE-196B-6FC9-E595555BA8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7652635" y="2582638"/>
            <a:ext cx="988758" cy="988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169" name="Group 3168">
            <a:extLst>
              <a:ext uri="{FF2B5EF4-FFF2-40B4-BE49-F238E27FC236}">
                <a16:creationId xmlns:a16="http://schemas.microsoft.com/office/drawing/2014/main" id="{1F846FE3-4603-A782-E140-855A0E653AB3}"/>
              </a:ext>
            </a:extLst>
          </p:cNvPr>
          <p:cNvGrpSpPr/>
          <p:nvPr/>
        </p:nvGrpSpPr>
        <p:grpSpPr>
          <a:xfrm>
            <a:off x="9855894" y="3576930"/>
            <a:ext cx="1984645" cy="1242107"/>
            <a:chOff x="2577950" y="1269156"/>
            <a:chExt cx="7234943" cy="4528050"/>
          </a:xfrm>
        </p:grpSpPr>
        <p:sp>
          <p:nvSpPr>
            <p:cNvPr id="3170" name="Freeform 3169">
              <a:extLst>
                <a:ext uri="{FF2B5EF4-FFF2-40B4-BE49-F238E27FC236}">
                  <a16:creationId xmlns:a16="http://schemas.microsoft.com/office/drawing/2014/main" id="{88954195-1F41-5312-9469-FB19189F6199}"/>
                </a:ext>
              </a:extLst>
            </p:cNvPr>
            <p:cNvSpPr/>
            <p:nvPr/>
          </p:nvSpPr>
          <p:spPr>
            <a:xfrm>
              <a:off x="2577950" y="5591378"/>
              <a:ext cx="7234943" cy="12700"/>
            </a:xfrm>
            <a:custGeom>
              <a:avLst/>
              <a:gdLst>
                <a:gd name="connsiteX0" fmla="*/ 0 w 7234943"/>
                <a:gd name="connsiteY0" fmla="*/ 0 h 12700"/>
                <a:gd name="connsiteX1" fmla="*/ 7234944 w 7234943"/>
                <a:gd name="connsiteY1" fmla="*/ 0 h 12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34943" h="12700">
                  <a:moveTo>
                    <a:pt x="0" y="0"/>
                  </a:moveTo>
                  <a:lnTo>
                    <a:pt x="7234944" y="0"/>
                  </a:lnTo>
                </a:path>
              </a:pathLst>
            </a:custGeom>
            <a:noFill/>
            <a:ln w="6350" cap="flat">
              <a:solidFill>
                <a:srgbClr val="CCCCCC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71" name="Freeform 3170">
              <a:extLst>
                <a:ext uri="{FF2B5EF4-FFF2-40B4-BE49-F238E27FC236}">
                  <a16:creationId xmlns:a16="http://schemas.microsoft.com/office/drawing/2014/main" id="{A1FE3701-CEAE-8C9F-7A3F-E6CB973683D8}"/>
                </a:ext>
              </a:extLst>
            </p:cNvPr>
            <p:cNvSpPr/>
            <p:nvPr/>
          </p:nvSpPr>
          <p:spPr>
            <a:xfrm>
              <a:off x="2577950" y="4667846"/>
              <a:ext cx="7234943" cy="12700"/>
            </a:xfrm>
            <a:custGeom>
              <a:avLst/>
              <a:gdLst>
                <a:gd name="connsiteX0" fmla="*/ 0 w 7234943"/>
                <a:gd name="connsiteY0" fmla="*/ 0 h 12700"/>
                <a:gd name="connsiteX1" fmla="*/ 7234944 w 7234943"/>
                <a:gd name="connsiteY1" fmla="*/ 0 h 12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34943" h="12700">
                  <a:moveTo>
                    <a:pt x="0" y="0"/>
                  </a:moveTo>
                  <a:lnTo>
                    <a:pt x="7234944" y="0"/>
                  </a:lnTo>
                </a:path>
              </a:pathLst>
            </a:custGeom>
            <a:noFill/>
            <a:ln w="6350" cap="flat">
              <a:solidFill>
                <a:srgbClr val="CCCCCC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72" name="Freeform 3171">
              <a:extLst>
                <a:ext uri="{FF2B5EF4-FFF2-40B4-BE49-F238E27FC236}">
                  <a16:creationId xmlns:a16="http://schemas.microsoft.com/office/drawing/2014/main" id="{0918A0AC-913B-5AEF-9A32-8015F46CFF4C}"/>
                </a:ext>
              </a:extLst>
            </p:cNvPr>
            <p:cNvSpPr/>
            <p:nvPr/>
          </p:nvSpPr>
          <p:spPr>
            <a:xfrm>
              <a:off x="2577950" y="3744315"/>
              <a:ext cx="7234943" cy="12700"/>
            </a:xfrm>
            <a:custGeom>
              <a:avLst/>
              <a:gdLst>
                <a:gd name="connsiteX0" fmla="*/ 0 w 7234943"/>
                <a:gd name="connsiteY0" fmla="*/ 0 h 12700"/>
                <a:gd name="connsiteX1" fmla="*/ 7234944 w 7234943"/>
                <a:gd name="connsiteY1" fmla="*/ 0 h 12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34943" h="12700">
                  <a:moveTo>
                    <a:pt x="0" y="0"/>
                  </a:moveTo>
                  <a:lnTo>
                    <a:pt x="7234944" y="0"/>
                  </a:lnTo>
                </a:path>
              </a:pathLst>
            </a:custGeom>
            <a:noFill/>
            <a:ln w="6350" cap="flat">
              <a:solidFill>
                <a:srgbClr val="CCCCCC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73" name="Freeform 3172">
              <a:extLst>
                <a:ext uri="{FF2B5EF4-FFF2-40B4-BE49-F238E27FC236}">
                  <a16:creationId xmlns:a16="http://schemas.microsoft.com/office/drawing/2014/main" id="{197F4F98-B382-F904-548A-C43C75D7C3A8}"/>
                </a:ext>
              </a:extLst>
            </p:cNvPr>
            <p:cNvSpPr/>
            <p:nvPr/>
          </p:nvSpPr>
          <p:spPr>
            <a:xfrm>
              <a:off x="2577950" y="2820784"/>
              <a:ext cx="7234943" cy="12700"/>
            </a:xfrm>
            <a:custGeom>
              <a:avLst/>
              <a:gdLst>
                <a:gd name="connsiteX0" fmla="*/ 0 w 7234943"/>
                <a:gd name="connsiteY0" fmla="*/ 0 h 12700"/>
                <a:gd name="connsiteX1" fmla="*/ 7234944 w 7234943"/>
                <a:gd name="connsiteY1" fmla="*/ 0 h 12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34943" h="12700">
                  <a:moveTo>
                    <a:pt x="0" y="0"/>
                  </a:moveTo>
                  <a:lnTo>
                    <a:pt x="7234944" y="0"/>
                  </a:lnTo>
                </a:path>
              </a:pathLst>
            </a:custGeom>
            <a:noFill/>
            <a:ln w="6350" cap="flat">
              <a:solidFill>
                <a:srgbClr val="CCCCCC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74" name="Freeform 3173">
              <a:extLst>
                <a:ext uri="{FF2B5EF4-FFF2-40B4-BE49-F238E27FC236}">
                  <a16:creationId xmlns:a16="http://schemas.microsoft.com/office/drawing/2014/main" id="{5BB53D7E-7C4E-BD56-4AF7-5225957F02F9}"/>
                </a:ext>
              </a:extLst>
            </p:cNvPr>
            <p:cNvSpPr/>
            <p:nvPr/>
          </p:nvSpPr>
          <p:spPr>
            <a:xfrm>
              <a:off x="2577950" y="1897260"/>
              <a:ext cx="7234943" cy="12700"/>
            </a:xfrm>
            <a:custGeom>
              <a:avLst/>
              <a:gdLst>
                <a:gd name="connsiteX0" fmla="*/ 0 w 7234943"/>
                <a:gd name="connsiteY0" fmla="*/ 0 h 12700"/>
                <a:gd name="connsiteX1" fmla="*/ 7234944 w 7234943"/>
                <a:gd name="connsiteY1" fmla="*/ 0 h 12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34943" h="12700">
                  <a:moveTo>
                    <a:pt x="0" y="0"/>
                  </a:moveTo>
                  <a:lnTo>
                    <a:pt x="7234944" y="0"/>
                  </a:lnTo>
                </a:path>
              </a:pathLst>
            </a:custGeom>
            <a:noFill/>
            <a:ln w="6350" cap="flat">
              <a:solidFill>
                <a:srgbClr val="CCCCCC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75" name="Freeform 3174">
              <a:extLst>
                <a:ext uri="{FF2B5EF4-FFF2-40B4-BE49-F238E27FC236}">
                  <a16:creationId xmlns:a16="http://schemas.microsoft.com/office/drawing/2014/main" id="{53B9D321-AD7E-0CDE-2B20-81D1414A6C93}"/>
                </a:ext>
              </a:extLst>
            </p:cNvPr>
            <p:cNvSpPr/>
            <p:nvPr/>
          </p:nvSpPr>
          <p:spPr>
            <a:xfrm>
              <a:off x="2906800" y="5458574"/>
              <a:ext cx="219250" cy="132803"/>
            </a:xfrm>
            <a:custGeom>
              <a:avLst/>
              <a:gdLst>
                <a:gd name="connsiteX0" fmla="*/ 0 w 219250"/>
                <a:gd name="connsiteY0" fmla="*/ 132804 h 132803"/>
                <a:gd name="connsiteX1" fmla="*/ 219250 w 219250"/>
                <a:gd name="connsiteY1" fmla="*/ 132804 h 132803"/>
                <a:gd name="connsiteX2" fmla="*/ 219250 w 219250"/>
                <a:gd name="connsiteY2" fmla="*/ 0 h 132803"/>
                <a:gd name="connsiteX3" fmla="*/ 0 w 219250"/>
                <a:gd name="connsiteY3" fmla="*/ 0 h 132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9250" h="132803">
                  <a:moveTo>
                    <a:pt x="0" y="132804"/>
                  </a:moveTo>
                  <a:lnTo>
                    <a:pt x="219250" y="132804"/>
                  </a:lnTo>
                  <a:lnTo>
                    <a:pt x="2192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CA9A1">
                <a:alpha val="60392"/>
              </a:srgbClr>
            </a:solidFill>
            <a:ln w="126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76" name="Freeform 3175">
              <a:extLst>
                <a:ext uri="{FF2B5EF4-FFF2-40B4-BE49-F238E27FC236}">
                  <a16:creationId xmlns:a16="http://schemas.microsoft.com/office/drawing/2014/main" id="{859C4E6D-1CC3-972F-9D29-16C23F1165DC}"/>
                </a:ext>
              </a:extLst>
            </p:cNvPr>
            <p:cNvSpPr/>
            <p:nvPr/>
          </p:nvSpPr>
          <p:spPr>
            <a:xfrm>
              <a:off x="3126050" y="5458574"/>
              <a:ext cx="219250" cy="132803"/>
            </a:xfrm>
            <a:custGeom>
              <a:avLst/>
              <a:gdLst>
                <a:gd name="connsiteX0" fmla="*/ 0 w 219250"/>
                <a:gd name="connsiteY0" fmla="*/ 132804 h 132803"/>
                <a:gd name="connsiteX1" fmla="*/ 219250 w 219250"/>
                <a:gd name="connsiteY1" fmla="*/ 132804 h 132803"/>
                <a:gd name="connsiteX2" fmla="*/ 219250 w 219250"/>
                <a:gd name="connsiteY2" fmla="*/ 0 h 132803"/>
                <a:gd name="connsiteX3" fmla="*/ 0 w 219250"/>
                <a:gd name="connsiteY3" fmla="*/ 0 h 132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9250" h="132803">
                  <a:moveTo>
                    <a:pt x="0" y="132804"/>
                  </a:moveTo>
                  <a:lnTo>
                    <a:pt x="219250" y="132804"/>
                  </a:lnTo>
                  <a:lnTo>
                    <a:pt x="2192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CA9A1">
                <a:alpha val="60392"/>
              </a:srgbClr>
            </a:solidFill>
            <a:ln w="126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77" name="Freeform 3176">
              <a:extLst>
                <a:ext uri="{FF2B5EF4-FFF2-40B4-BE49-F238E27FC236}">
                  <a16:creationId xmlns:a16="http://schemas.microsoft.com/office/drawing/2014/main" id="{7E3F0E12-5F5E-07C3-8BFE-5E58C7619232}"/>
                </a:ext>
              </a:extLst>
            </p:cNvPr>
            <p:cNvSpPr/>
            <p:nvPr/>
          </p:nvSpPr>
          <p:spPr>
            <a:xfrm>
              <a:off x="3345300" y="5414314"/>
              <a:ext cx="219248" cy="177063"/>
            </a:xfrm>
            <a:custGeom>
              <a:avLst/>
              <a:gdLst>
                <a:gd name="connsiteX0" fmla="*/ 0 w 219248"/>
                <a:gd name="connsiteY0" fmla="*/ 177063 h 177063"/>
                <a:gd name="connsiteX1" fmla="*/ 219249 w 219248"/>
                <a:gd name="connsiteY1" fmla="*/ 177063 h 177063"/>
                <a:gd name="connsiteX2" fmla="*/ 219249 w 219248"/>
                <a:gd name="connsiteY2" fmla="*/ 0 h 177063"/>
                <a:gd name="connsiteX3" fmla="*/ 0 w 219248"/>
                <a:gd name="connsiteY3" fmla="*/ 0 h 17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9248" h="177063">
                  <a:moveTo>
                    <a:pt x="0" y="177063"/>
                  </a:moveTo>
                  <a:lnTo>
                    <a:pt x="219249" y="177063"/>
                  </a:lnTo>
                  <a:lnTo>
                    <a:pt x="21924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CA9A1">
                <a:alpha val="60392"/>
              </a:srgbClr>
            </a:solidFill>
            <a:ln w="126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78" name="Freeform 3177">
              <a:extLst>
                <a:ext uri="{FF2B5EF4-FFF2-40B4-BE49-F238E27FC236}">
                  <a16:creationId xmlns:a16="http://schemas.microsoft.com/office/drawing/2014/main" id="{80835CB4-5C64-8D1C-8FEB-572F5D5B9F2E}"/>
                </a:ext>
              </a:extLst>
            </p:cNvPr>
            <p:cNvSpPr/>
            <p:nvPr/>
          </p:nvSpPr>
          <p:spPr>
            <a:xfrm>
              <a:off x="3564549" y="5148757"/>
              <a:ext cx="219251" cy="442620"/>
            </a:xfrm>
            <a:custGeom>
              <a:avLst/>
              <a:gdLst>
                <a:gd name="connsiteX0" fmla="*/ 0 w 219251"/>
                <a:gd name="connsiteY0" fmla="*/ 442620 h 442620"/>
                <a:gd name="connsiteX1" fmla="*/ 219251 w 219251"/>
                <a:gd name="connsiteY1" fmla="*/ 442620 h 442620"/>
                <a:gd name="connsiteX2" fmla="*/ 219251 w 219251"/>
                <a:gd name="connsiteY2" fmla="*/ 0 h 442620"/>
                <a:gd name="connsiteX3" fmla="*/ 0 w 219251"/>
                <a:gd name="connsiteY3" fmla="*/ 0 h 442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9251" h="442620">
                  <a:moveTo>
                    <a:pt x="0" y="442620"/>
                  </a:moveTo>
                  <a:lnTo>
                    <a:pt x="219251" y="442620"/>
                  </a:lnTo>
                  <a:lnTo>
                    <a:pt x="21925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CA9A1">
                <a:alpha val="60392"/>
              </a:srgbClr>
            </a:solidFill>
            <a:ln w="126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79" name="Freeform 3178">
              <a:extLst>
                <a:ext uri="{FF2B5EF4-FFF2-40B4-BE49-F238E27FC236}">
                  <a16:creationId xmlns:a16="http://schemas.microsoft.com/office/drawing/2014/main" id="{32C6A2F4-C7B9-0106-5AA8-384142E99908}"/>
                </a:ext>
              </a:extLst>
            </p:cNvPr>
            <p:cNvSpPr/>
            <p:nvPr/>
          </p:nvSpPr>
          <p:spPr>
            <a:xfrm>
              <a:off x="3783749" y="4927447"/>
              <a:ext cx="219250" cy="663930"/>
            </a:xfrm>
            <a:custGeom>
              <a:avLst/>
              <a:gdLst>
                <a:gd name="connsiteX0" fmla="*/ 0 w 219250"/>
                <a:gd name="connsiteY0" fmla="*/ 663930 h 663930"/>
                <a:gd name="connsiteX1" fmla="*/ 219250 w 219250"/>
                <a:gd name="connsiteY1" fmla="*/ 663930 h 663930"/>
                <a:gd name="connsiteX2" fmla="*/ 219250 w 219250"/>
                <a:gd name="connsiteY2" fmla="*/ 0 h 663930"/>
                <a:gd name="connsiteX3" fmla="*/ 0 w 219250"/>
                <a:gd name="connsiteY3" fmla="*/ 0 h 663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9250" h="663930">
                  <a:moveTo>
                    <a:pt x="0" y="663930"/>
                  </a:moveTo>
                  <a:lnTo>
                    <a:pt x="219250" y="663930"/>
                  </a:lnTo>
                  <a:lnTo>
                    <a:pt x="2192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CA9A1">
                <a:alpha val="60392"/>
              </a:srgbClr>
            </a:solidFill>
            <a:ln w="126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80" name="Freeform 3179">
              <a:extLst>
                <a:ext uri="{FF2B5EF4-FFF2-40B4-BE49-F238E27FC236}">
                  <a16:creationId xmlns:a16="http://schemas.microsoft.com/office/drawing/2014/main" id="{7C560F63-2867-81B8-733E-684F0E3307F8}"/>
                </a:ext>
              </a:extLst>
            </p:cNvPr>
            <p:cNvSpPr/>
            <p:nvPr/>
          </p:nvSpPr>
          <p:spPr>
            <a:xfrm>
              <a:off x="4003000" y="4617592"/>
              <a:ext cx="219250" cy="973785"/>
            </a:xfrm>
            <a:custGeom>
              <a:avLst/>
              <a:gdLst>
                <a:gd name="connsiteX0" fmla="*/ 0 w 219250"/>
                <a:gd name="connsiteY0" fmla="*/ 973785 h 973785"/>
                <a:gd name="connsiteX1" fmla="*/ 219250 w 219250"/>
                <a:gd name="connsiteY1" fmla="*/ 973785 h 973785"/>
                <a:gd name="connsiteX2" fmla="*/ 219250 w 219250"/>
                <a:gd name="connsiteY2" fmla="*/ 0 h 973785"/>
                <a:gd name="connsiteX3" fmla="*/ 0 w 219250"/>
                <a:gd name="connsiteY3" fmla="*/ 0 h 973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9250" h="973785">
                  <a:moveTo>
                    <a:pt x="0" y="973785"/>
                  </a:moveTo>
                  <a:lnTo>
                    <a:pt x="219250" y="973785"/>
                  </a:lnTo>
                  <a:lnTo>
                    <a:pt x="2192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CA9A1">
                <a:alpha val="60392"/>
              </a:srgbClr>
            </a:solidFill>
            <a:ln w="126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81" name="Freeform 3180">
              <a:extLst>
                <a:ext uri="{FF2B5EF4-FFF2-40B4-BE49-F238E27FC236}">
                  <a16:creationId xmlns:a16="http://schemas.microsoft.com/office/drawing/2014/main" id="{150066BF-3DBE-ADB6-428E-290491FD5B80}"/>
                </a:ext>
              </a:extLst>
            </p:cNvPr>
            <p:cNvSpPr/>
            <p:nvPr/>
          </p:nvSpPr>
          <p:spPr>
            <a:xfrm>
              <a:off x="4222250" y="4263478"/>
              <a:ext cx="219250" cy="1327899"/>
            </a:xfrm>
            <a:custGeom>
              <a:avLst/>
              <a:gdLst>
                <a:gd name="connsiteX0" fmla="*/ 0 w 219250"/>
                <a:gd name="connsiteY0" fmla="*/ 1327899 h 1327899"/>
                <a:gd name="connsiteX1" fmla="*/ 219250 w 219250"/>
                <a:gd name="connsiteY1" fmla="*/ 1327899 h 1327899"/>
                <a:gd name="connsiteX2" fmla="*/ 219250 w 219250"/>
                <a:gd name="connsiteY2" fmla="*/ 0 h 1327899"/>
                <a:gd name="connsiteX3" fmla="*/ 0 w 219250"/>
                <a:gd name="connsiteY3" fmla="*/ 0 h 1327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9250" h="1327899">
                  <a:moveTo>
                    <a:pt x="0" y="1327899"/>
                  </a:moveTo>
                  <a:lnTo>
                    <a:pt x="219250" y="1327899"/>
                  </a:lnTo>
                  <a:lnTo>
                    <a:pt x="2192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CA9A1">
                <a:alpha val="60392"/>
              </a:srgbClr>
            </a:solidFill>
            <a:ln w="126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82" name="Freeform 3181">
              <a:extLst>
                <a:ext uri="{FF2B5EF4-FFF2-40B4-BE49-F238E27FC236}">
                  <a16:creationId xmlns:a16="http://schemas.microsoft.com/office/drawing/2014/main" id="{D572172C-ADC6-2E01-4950-214E32B56508}"/>
                </a:ext>
              </a:extLst>
            </p:cNvPr>
            <p:cNvSpPr/>
            <p:nvPr/>
          </p:nvSpPr>
          <p:spPr>
            <a:xfrm>
              <a:off x="4441500" y="3865117"/>
              <a:ext cx="219250" cy="1726260"/>
            </a:xfrm>
            <a:custGeom>
              <a:avLst/>
              <a:gdLst>
                <a:gd name="connsiteX0" fmla="*/ 0 w 219250"/>
                <a:gd name="connsiteY0" fmla="*/ 1726260 h 1726260"/>
                <a:gd name="connsiteX1" fmla="*/ 219250 w 219250"/>
                <a:gd name="connsiteY1" fmla="*/ 1726260 h 1726260"/>
                <a:gd name="connsiteX2" fmla="*/ 219250 w 219250"/>
                <a:gd name="connsiteY2" fmla="*/ 0 h 1726260"/>
                <a:gd name="connsiteX3" fmla="*/ 0 w 219250"/>
                <a:gd name="connsiteY3" fmla="*/ 0 h 1726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9250" h="1726260">
                  <a:moveTo>
                    <a:pt x="0" y="1726260"/>
                  </a:moveTo>
                  <a:lnTo>
                    <a:pt x="219250" y="1726260"/>
                  </a:lnTo>
                  <a:lnTo>
                    <a:pt x="2192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CA9A1">
                <a:alpha val="60392"/>
              </a:srgbClr>
            </a:solidFill>
            <a:ln w="126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83" name="Freeform 3182">
              <a:extLst>
                <a:ext uri="{FF2B5EF4-FFF2-40B4-BE49-F238E27FC236}">
                  <a16:creationId xmlns:a16="http://schemas.microsoft.com/office/drawing/2014/main" id="{60FE5EBF-67D5-3D4D-794E-679CC88703D9}"/>
                </a:ext>
              </a:extLst>
            </p:cNvPr>
            <p:cNvSpPr/>
            <p:nvPr/>
          </p:nvSpPr>
          <p:spPr>
            <a:xfrm>
              <a:off x="4660750" y="3378250"/>
              <a:ext cx="219250" cy="2213127"/>
            </a:xfrm>
            <a:custGeom>
              <a:avLst/>
              <a:gdLst>
                <a:gd name="connsiteX0" fmla="*/ 0 w 219250"/>
                <a:gd name="connsiteY0" fmla="*/ 2213127 h 2213127"/>
                <a:gd name="connsiteX1" fmla="*/ 219250 w 219250"/>
                <a:gd name="connsiteY1" fmla="*/ 2213127 h 2213127"/>
                <a:gd name="connsiteX2" fmla="*/ 219250 w 219250"/>
                <a:gd name="connsiteY2" fmla="*/ 0 h 2213127"/>
                <a:gd name="connsiteX3" fmla="*/ 0 w 219250"/>
                <a:gd name="connsiteY3" fmla="*/ 0 h 2213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9250" h="2213127">
                  <a:moveTo>
                    <a:pt x="0" y="2213127"/>
                  </a:moveTo>
                  <a:lnTo>
                    <a:pt x="219250" y="2213127"/>
                  </a:lnTo>
                  <a:lnTo>
                    <a:pt x="2192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CA9A1">
                <a:alpha val="60392"/>
              </a:srgbClr>
            </a:solidFill>
            <a:ln w="126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84" name="Freeform 3183">
              <a:extLst>
                <a:ext uri="{FF2B5EF4-FFF2-40B4-BE49-F238E27FC236}">
                  <a16:creationId xmlns:a16="http://schemas.microsoft.com/office/drawing/2014/main" id="{B41CFE55-8C26-8D08-B17D-3669610A84D6}"/>
                </a:ext>
              </a:extLst>
            </p:cNvPr>
            <p:cNvSpPr/>
            <p:nvPr/>
          </p:nvSpPr>
          <p:spPr>
            <a:xfrm>
              <a:off x="4880000" y="3820858"/>
              <a:ext cx="219250" cy="1770519"/>
            </a:xfrm>
            <a:custGeom>
              <a:avLst/>
              <a:gdLst>
                <a:gd name="connsiteX0" fmla="*/ 0 w 219250"/>
                <a:gd name="connsiteY0" fmla="*/ 1770520 h 1770519"/>
                <a:gd name="connsiteX1" fmla="*/ 219250 w 219250"/>
                <a:gd name="connsiteY1" fmla="*/ 1770520 h 1770519"/>
                <a:gd name="connsiteX2" fmla="*/ 219250 w 219250"/>
                <a:gd name="connsiteY2" fmla="*/ 0 h 1770519"/>
                <a:gd name="connsiteX3" fmla="*/ 0 w 219250"/>
                <a:gd name="connsiteY3" fmla="*/ 0 h 1770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9250" h="1770519">
                  <a:moveTo>
                    <a:pt x="0" y="1770520"/>
                  </a:moveTo>
                  <a:lnTo>
                    <a:pt x="219250" y="1770520"/>
                  </a:lnTo>
                  <a:lnTo>
                    <a:pt x="2192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CA9A1">
                <a:alpha val="60392"/>
              </a:srgbClr>
            </a:solidFill>
            <a:ln w="126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85" name="Freeform 3184">
              <a:extLst>
                <a:ext uri="{FF2B5EF4-FFF2-40B4-BE49-F238E27FC236}">
                  <a16:creationId xmlns:a16="http://schemas.microsoft.com/office/drawing/2014/main" id="{7F837EEC-1259-070F-2EE5-7EF01421E7E0}"/>
                </a:ext>
              </a:extLst>
            </p:cNvPr>
            <p:cNvSpPr/>
            <p:nvPr/>
          </p:nvSpPr>
          <p:spPr>
            <a:xfrm>
              <a:off x="5099199" y="2404465"/>
              <a:ext cx="219250" cy="3186912"/>
            </a:xfrm>
            <a:custGeom>
              <a:avLst/>
              <a:gdLst>
                <a:gd name="connsiteX0" fmla="*/ 0 w 219250"/>
                <a:gd name="connsiteY0" fmla="*/ 3186913 h 3186912"/>
                <a:gd name="connsiteX1" fmla="*/ 219250 w 219250"/>
                <a:gd name="connsiteY1" fmla="*/ 3186913 h 3186912"/>
                <a:gd name="connsiteX2" fmla="*/ 219250 w 219250"/>
                <a:gd name="connsiteY2" fmla="*/ 0 h 3186912"/>
                <a:gd name="connsiteX3" fmla="*/ 0 w 219250"/>
                <a:gd name="connsiteY3" fmla="*/ 0 h 3186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9250" h="3186912">
                  <a:moveTo>
                    <a:pt x="0" y="3186913"/>
                  </a:moveTo>
                  <a:lnTo>
                    <a:pt x="219250" y="3186913"/>
                  </a:lnTo>
                  <a:lnTo>
                    <a:pt x="2192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CA9A1">
                <a:alpha val="60392"/>
              </a:srgbClr>
            </a:solidFill>
            <a:ln w="126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86" name="Freeform 3185">
              <a:extLst>
                <a:ext uri="{FF2B5EF4-FFF2-40B4-BE49-F238E27FC236}">
                  <a16:creationId xmlns:a16="http://schemas.microsoft.com/office/drawing/2014/main" id="{358D74DE-FFC5-0835-4FF2-BCF65CEC9799}"/>
                </a:ext>
              </a:extLst>
            </p:cNvPr>
            <p:cNvSpPr/>
            <p:nvPr/>
          </p:nvSpPr>
          <p:spPr>
            <a:xfrm>
              <a:off x="5318450" y="2315959"/>
              <a:ext cx="219250" cy="3275418"/>
            </a:xfrm>
            <a:custGeom>
              <a:avLst/>
              <a:gdLst>
                <a:gd name="connsiteX0" fmla="*/ 0 w 219250"/>
                <a:gd name="connsiteY0" fmla="*/ 3275419 h 3275418"/>
                <a:gd name="connsiteX1" fmla="*/ 219250 w 219250"/>
                <a:gd name="connsiteY1" fmla="*/ 3275419 h 3275418"/>
                <a:gd name="connsiteX2" fmla="*/ 219250 w 219250"/>
                <a:gd name="connsiteY2" fmla="*/ 0 h 3275418"/>
                <a:gd name="connsiteX3" fmla="*/ 0 w 219250"/>
                <a:gd name="connsiteY3" fmla="*/ 0 h 3275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9250" h="3275418">
                  <a:moveTo>
                    <a:pt x="0" y="3275419"/>
                  </a:moveTo>
                  <a:lnTo>
                    <a:pt x="219250" y="3275419"/>
                  </a:lnTo>
                  <a:lnTo>
                    <a:pt x="2192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CA9A1">
                <a:alpha val="60392"/>
              </a:srgbClr>
            </a:solidFill>
            <a:ln w="126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87" name="Freeform 3186">
              <a:extLst>
                <a:ext uri="{FF2B5EF4-FFF2-40B4-BE49-F238E27FC236}">
                  <a16:creationId xmlns:a16="http://schemas.microsoft.com/office/drawing/2014/main" id="{065DC0C1-C5C0-C8D8-6DCC-7613875794E9}"/>
                </a:ext>
              </a:extLst>
            </p:cNvPr>
            <p:cNvSpPr/>
            <p:nvPr/>
          </p:nvSpPr>
          <p:spPr>
            <a:xfrm>
              <a:off x="5537700" y="1917600"/>
              <a:ext cx="219250" cy="3673777"/>
            </a:xfrm>
            <a:custGeom>
              <a:avLst/>
              <a:gdLst>
                <a:gd name="connsiteX0" fmla="*/ 0 w 219250"/>
                <a:gd name="connsiteY0" fmla="*/ 3673777 h 3673777"/>
                <a:gd name="connsiteX1" fmla="*/ 219250 w 219250"/>
                <a:gd name="connsiteY1" fmla="*/ 3673777 h 3673777"/>
                <a:gd name="connsiteX2" fmla="*/ 219250 w 219250"/>
                <a:gd name="connsiteY2" fmla="*/ 0 h 3673777"/>
                <a:gd name="connsiteX3" fmla="*/ 0 w 219250"/>
                <a:gd name="connsiteY3" fmla="*/ 0 h 3673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9250" h="3673777">
                  <a:moveTo>
                    <a:pt x="0" y="3673777"/>
                  </a:moveTo>
                  <a:lnTo>
                    <a:pt x="219250" y="3673777"/>
                  </a:lnTo>
                  <a:lnTo>
                    <a:pt x="2192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CA9A1">
                <a:alpha val="60392"/>
              </a:srgbClr>
            </a:solidFill>
            <a:ln w="126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88" name="Freeform 3187">
              <a:extLst>
                <a:ext uri="{FF2B5EF4-FFF2-40B4-BE49-F238E27FC236}">
                  <a16:creationId xmlns:a16="http://schemas.microsoft.com/office/drawing/2014/main" id="{B2614C8A-EF95-8931-37BA-7E7080F423C6}"/>
                </a:ext>
              </a:extLst>
            </p:cNvPr>
            <p:cNvSpPr/>
            <p:nvPr/>
          </p:nvSpPr>
          <p:spPr>
            <a:xfrm>
              <a:off x="5756950" y="1474936"/>
              <a:ext cx="219250" cy="4116442"/>
            </a:xfrm>
            <a:custGeom>
              <a:avLst/>
              <a:gdLst>
                <a:gd name="connsiteX0" fmla="*/ 0 w 219250"/>
                <a:gd name="connsiteY0" fmla="*/ 4116442 h 4116442"/>
                <a:gd name="connsiteX1" fmla="*/ 219250 w 219250"/>
                <a:gd name="connsiteY1" fmla="*/ 4116442 h 4116442"/>
                <a:gd name="connsiteX2" fmla="*/ 219250 w 219250"/>
                <a:gd name="connsiteY2" fmla="*/ 0 h 4116442"/>
                <a:gd name="connsiteX3" fmla="*/ 0 w 219250"/>
                <a:gd name="connsiteY3" fmla="*/ 0 h 41164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9250" h="4116442">
                  <a:moveTo>
                    <a:pt x="0" y="4116442"/>
                  </a:moveTo>
                  <a:lnTo>
                    <a:pt x="219250" y="4116442"/>
                  </a:lnTo>
                  <a:lnTo>
                    <a:pt x="2192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CA9A1">
                <a:alpha val="60392"/>
              </a:srgbClr>
            </a:solidFill>
            <a:ln w="126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89" name="Freeform 3188">
              <a:extLst>
                <a:ext uri="{FF2B5EF4-FFF2-40B4-BE49-F238E27FC236}">
                  <a16:creationId xmlns:a16="http://schemas.microsoft.com/office/drawing/2014/main" id="{58FE9ACA-34EF-4ED1-A4CC-23C0920BE086}"/>
                </a:ext>
              </a:extLst>
            </p:cNvPr>
            <p:cNvSpPr/>
            <p:nvPr/>
          </p:nvSpPr>
          <p:spPr>
            <a:xfrm>
              <a:off x="5976200" y="1607741"/>
              <a:ext cx="219250" cy="3983636"/>
            </a:xfrm>
            <a:custGeom>
              <a:avLst/>
              <a:gdLst>
                <a:gd name="connsiteX0" fmla="*/ 0 w 219250"/>
                <a:gd name="connsiteY0" fmla="*/ 3983637 h 3983636"/>
                <a:gd name="connsiteX1" fmla="*/ 219250 w 219250"/>
                <a:gd name="connsiteY1" fmla="*/ 3983637 h 3983636"/>
                <a:gd name="connsiteX2" fmla="*/ 219250 w 219250"/>
                <a:gd name="connsiteY2" fmla="*/ 0 h 3983636"/>
                <a:gd name="connsiteX3" fmla="*/ 0 w 219250"/>
                <a:gd name="connsiteY3" fmla="*/ 0 h 3983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9250" h="3983636">
                  <a:moveTo>
                    <a:pt x="0" y="3983637"/>
                  </a:moveTo>
                  <a:lnTo>
                    <a:pt x="219250" y="3983637"/>
                  </a:lnTo>
                  <a:lnTo>
                    <a:pt x="2192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CA9A1">
                <a:alpha val="60392"/>
              </a:srgbClr>
            </a:solidFill>
            <a:ln w="126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90" name="Freeform 3189">
              <a:extLst>
                <a:ext uri="{FF2B5EF4-FFF2-40B4-BE49-F238E27FC236}">
                  <a16:creationId xmlns:a16="http://schemas.microsoft.com/office/drawing/2014/main" id="{BDE96035-4108-2B45-6990-36596FD4B605}"/>
                </a:ext>
              </a:extLst>
            </p:cNvPr>
            <p:cNvSpPr/>
            <p:nvPr/>
          </p:nvSpPr>
          <p:spPr>
            <a:xfrm>
              <a:off x="6195450" y="2271661"/>
              <a:ext cx="219250" cy="3319716"/>
            </a:xfrm>
            <a:custGeom>
              <a:avLst/>
              <a:gdLst>
                <a:gd name="connsiteX0" fmla="*/ 0 w 219250"/>
                <a:gd name="connsiteY0" fmla="*/ 3319716 h 3319716"/>
                <a:gd name="connsiteX1" fmla="*/ 219250 w 219250"/>
                <a:gd name="connsiteY1" fmla="*/ 3319716 h 3319716"/>
                <a:gd name="connsiteX2" fmla="*/ 219250 w 219250"/>
                <a:gd name="connsiteY2" fmla="*/ 0 h 3319716"/>
                <a:gd name="connsiteX3" fmla="*/ 0 w 219250"/>
                <a:gd name="connsiteY3" fmla="*/ 0 h 3319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9250" h="3319716">
                  <a:moveTo>
                    <a:pt x="0" y="3319716"/>
                  </a:moveTo>
                  <a:lnTo>
                    <a:pt x="219250" y="3319716"/>
                  </a:lnTo>
                  <a:lnTo>
                    <a:pt x="2192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CA9A1">
                <a:alpha val="60392"/>
              </a:srgbClr>
            </a:solidFill>
            <a:ln w="126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91" name="Freeform 3190">
              <a:extLst>
                <a:ext uri="{FF2B5EF4-FFF2-40B4-BE49-F238E27FC236}">
                  <a16:creationId xmlns:a16="http://schemas.microsoft.com/office/drawing/2014/main" id="{B741251D-6E06-22E1-D8FA-C28D1F53DB3F}"/>
                </a:ext>
              </a:extLst>
            </p:cNvPr>
            <p:cNvSpPr/>
            <p:nvPr/>
          </p:nvSpPr>
          <p:spPr>
            <a:xfrm>
              <a:off x="6414649" y="2758579"/>
              <a:ext cx="219250" cy="2832798"/>
            </a:xfrm>
            <a:custGeom>
              <a:avLst/>
              <a:gdLst>
                <a:gd name="connsiteX0" fmla="*/ 0 w 219250"/>
                <a:gd name="connsiteY0" fmla="*/ 2832799 h 2832798"/>
                <a:gd name="connsiteX1" fmla="*/ 219250 w 219250"/>
                <a:gd name="connsiteY1" fmla="*/ 2832799 h 2832798"/>
                <a:gd name="connsiteX2" fmla="*/ 219250 w 219250"/>
                <a:gd name="connsiteY2" fmla="*/ 0 h 2832798"/>
                <a:gd name="connsiteX3" fmla="*/ 0 w 219250"/>
                <a:gd name="connsiteY3" fmla="*/ 0 h 2832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9250" h="2832798">
                  <a:moveTo>
                    <a:pt x="0" y="2832799"/>
                  </a:moveTo>
                  <a:lnTo>
                    <a:pt x="219250" y="2832799"/>
                  </a:lnTo>
                  <a:lnTo>
                    <a:pt x="2192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CA9A1">
                <a:alpha val="60392"/>
              </a:srgbClr>
            </a:solidFill>
            <a:ln w="126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92" name="Freeform 3191">
              <a:extLst>
                <a:ext uri="{FF2B5EF4-FFF2-40B4-BE49-F238E27FC236}">
                  <a16:creationId xmlns:a16="http://schemas.microsoft.com/office/drawing/2014/main" id="{C0A16E0B-A100-3B74-8771-B524F4F5153B}"/>
                </a:ext>
              </a:extLst>
            </p:cNvPr>
            <p:cNvSpPr/>
            <p:nvPr/>
          </p:nvSpPr>
          <p:spPr>
            <a:xfrm>
              <a:off x="6633899" y="2847085"/>
              <a:ext cx="219250" cy="2744292"/>
            </a:xfrm>
            <a:custGeom>
              <a:avLst/>
              <a:gdLst>
                <a:gd name="connsiteX0" fmla="*/ 0 w 219250"/>
                <a:gd name="connsiteY0" fmla="*/ 2744292 h 2744292"/>
                <a:gd name="connsiteX1" fmla="*/ 219250 w 219250"/>
                <a:gd name="connsiteY1" fmla="*/ 2744292 h 2744292"/>
                <a:gd name="connsiteX2" fmla="*/ 219250 w 219250"/>
                <a:gd name="connsiteY2" fmla="*/ 0 h 2744292"/>
                <a:gd name="connsiteX3" fmla="*/ 0 w 219250"/>
                <a:gd name="connsiteY3" fmla="*/ 0 h 2744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9250" h="2744292">
                  <a:moveTo>
                    <a:pt x="0" y="2744292"/>
                  </a:moveTo>
                  <a:lnTo>
                    <a:pt x="219250" y="2744292"/>
                  </a:lnTo>
                  <a:lnTo>
                    <a:pt x="2192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CA9A1">
                <a:alpha val="60392"/>
              </a:srgbClr>
            </a:solidFill>
            <a:ln w="126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93" name="Freeform 3192">
              <a:extLst>
                <a:ext uri="{FF2B5EF4-FFF2-40B4-BE49-F238E27FC236}">
                  <a16:creationId xmlns:a16="http://schemas.microsoft.com/office/drawing/2014/main" id="{59E0C63D-6BA7-6FA5-4C5C-1E691FAF7AF9}"/>
                </a:ext>
              </a:extLst>
            </p:cNvPr>
            <p:cNvSpPr/>
            <p:nvPr/>
          </p:nvSpPr>
          <p:spPr>
            <a:xfrm>
              <a:off x="6853150" y="3334004"/>
              <a:ext cx="219250" cy="2257374"/>
            </a:xfrm>
            <a:custGeom>
              <a:avLst/>
              <a:gdLst>
                <a:gd name="connsiteX0" fmla="*/ 0 w 219250"/>
                <a:gd name="connsiteY0" fmla="*/ 2257374 h 2257374"/>
                <a:gd name="connsiteX1" fmla="*/ 219250 w 219250"/>
                <a:gd name="connsiteY1" fmla="*/ 2257374 h 2257374"/>
                <a:gd name="connsiteX2" fmla="*/ 219250 w 219250"/>
                <a:gd name="connsiteY2" fmla="*/ 0 h 2257374"/>
                <a:gd name="connsiteX3" fmla="*/ 0 w 219250"/>
                <a:gd name="connsiteY3" fmla="*/ 0 h 2257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9250" h="2257374">
                  <a:moveTo>
                    <a:pt x="0" y="2257374"/>
                  </a:moveTo>
                  <a:lnTo>
                    <a:pt x="219250" y="2257374"/>
                  </a:lnTo>
                  <a:lnTo>
                    <a:pt x="2192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CA9A1">
                <a:alpha val="60392"/>
              </a:srgbClr>
            </a:solidFill>
            <a:ln w="126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94" name="Freeform 3193">
              <a:extLst>
                <a:ext uri="{FF2B5EF4-FFF2-40B4-BE49-F238E27FC236}">
                  <a16:creationId xmlns:a16="http://schemas.microsoft.com/office/drawing/2014/main" id="{60C78633-489A-09DD-E99A-6290AAD919C1}"/>
                </a:ext>
              </a:extLst>
            </p:cNvPr>
            <p:cNvSpPr/>
            <p:nvPr/>
          </p:nvSpPr>
          <p:spPr>
            <a:xfrm>
              <a:off x="7072400" y="4263478"/>
              <a:ext cx="219250" cy="1327899"/>
            </a:xfrm>
            <a:custGeom>
              <a:avLst/>
              <a:gdLst>
                <a:gd name="connsiteX0" fmla="*/ 0 w 219250"/>
                <a:gd name="connsiteY0" fmla="*/ 1327899 h 1327899"/>
                <a:gd name="connsiteX1" fmla="*/ 219250 w 219250"/>
                <a:gd name="connsiteY1" fmla="*/ 1327899 h 1327899"/>
                <a:gd name="connsiteX2" fmla="*/ 219250 w 219250"/>
                <a:gd name="connsiteY2" fmla="*/ 0 h 1327899"/>
                <a:gd name="connsiteX3" fmla="*/ 0 w 219250"/>
                <a:gd name="connsiteY3" fmla="*/ 0 h 1327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9250" h="1327899">
                  <a:moveTo>
                    <a:pt x="0" y="1327899"/>
                  </a:moveTo>
                  <a:lnTo>
                    <a:pt x="219250" y="1327899"/>
                  </a:lnTo>
                  <a:lnTo>
                    <a:pt x="2192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CA9A1">
                <a:alpha val="60392"/>
              </a:srgbClr>
            </a:solidFill>
            <a:ln w="126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95" name="Freeform 3194">
              <a:extLst>
                <a:ext uri="{FF2B5EF4-FFF2-40B4-BE49-F238E27FC236}">
                  <a16:creationId xmlns:a16="http://schemas.microsoft.com/office/drawing/2014/main" id="{18618BF8-4BD7-1176-05F8-6E8D7993C574}"/>
                </a:ext>
              </a:extLst>
            </p:cNvPr>
            <p:cNvSpPr/>
            <p:nvPr/>
          </p:nvSpPr>
          <p:spPr>
            <a:xfrm>
              <a:off x="7291650" y="4440529"/>
              <a:ext cx="219250" cy="1150848"/>
            </a:xfrm>
            <a:custGeom>
              <a:avLst/>
              <a:gdLst>
                <a:gd name="connsiteX0" fmla="*/ 0 w 219250"/>
                <a:gd name="connsiteY0" fmla="*/ 1150848 h 1150848"/>
                <a:gd name="connsiteX1" fmla="*/ 219250 w 219250"/>
                <a:gd name="connsiteY1" fmla="*/ 1150848 h 1150848"/>
                <a:gd name="connsiteX2" fmla="*/ 219250 w 219250"/>
                <a:gd name="connsiteY2" fmla="*/ 0 h 1150848"/>
                <a:gd name="connsiteX3" fmla="*/ 0 w 219250"/>
                <a:gd name="connsiteY3" fmla="*/ 0 h 1150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9250" h="1150848">
                  <a:moveTo>
                    <a:pt x="0" y="1150848"/>
                  </a:moveTo>
                  <a:lnTo>
                    <a:pt x="219250" y="1150848"/>
                  </a:lnTo>
                  <a:lnTo>
                    <a:pt x="2192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CA9A1">
                <a:alpha val="60392"/>
              </a:srgbClr>
            </a:solidFill>
            <a:ln w="126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96" name="Freeform 3195">
              <a:extLst>
                <a:ext uri="{FF2B5EF4-FFF2-40B4-BE49-F238E27FC236}">
                  <a16:creationId xmlns:a16="http://schemas.microsoft.com/office/drawing/2014/main" id="{D2A869AA-C4D1-CAC6-70D2-362BE893A4A7}"/>
                </a:ext>
              </a:extLst>
            </p:cNvPr>
            <p:cNvSpPr/>
            <p:nvPr/>
          </p:nvSpPr>
          <p:spPr>
            <a:xfrm>
              <a:off x="7510900" y="4706137"/>
              <a:ext cx="219250" cy="885240"/>
            </a:xfrm>
            <a:custGeom>
              <a:avLst/>
              <a:gdLst>
                <a:gd name="connsiteX0" fmla="*/ 0 w 219250"/>
                <a:gd name="connsiteY0" fmla="*/ 885241 h 885240"/>
                <a:gd name="connsiteX1" fmla="*/ 219250 w 219250"/>
                <a:gd name="connsiteY1" fmla="*/ 885241 h 885240"/>
                <a:gd name="connsiteX2" fmla="*/ 219250 w 219250"/>
                <a:gd name="connsiteY2" fmla="*/ 0 h 885240"/>
                <a:gd name="connsiteX3" fmla="*/ 0 w 219250"/>
                <a:gd name="connsiteY3" fmla="*/ 0 h 885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9250" h="885240">
                  <a:moveTo>
                    <a:pt x="0" y="885241"/>
                  </a:moveTo>
                  <a:lnTo>
                    <a:pt x="219250" y="885241"/>
                  </a:lnTo>
                  <a:lnTo>
                    <a:pt x="2192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CA9A1">
                <a:alpha val="60392"/>
              </a:srgbClr>
            </a:solidFill>
            <a:ln w="126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97" name="Freeform 3196">
              <a:extLst>
                <a:ext uri="{FF2B5EF4-FFF2-40B4-BE49-F238E27FC236}">
                  <a16:creationId xmlns:a16="http://schemas.microsoft.com/office/drawing/2014/main" id="{0B3AE72E-ECBA-20B3-6290-1BD30EB5EF43}"/>
                </a:ext>
              </a:extLst>
            </p:cNvPr>
            <p:cNvSpPr/>
            <p:nvPr/>
          </p:nvSpPr>
          <p:spPr>
            <a:xfrm>
              <a:off x="7730099" y="4927447"/>
              <a:ext cx="219250" cy="663930"/>
            </a:xfrm>
            <a:custGeom>
              <a:avLst/>
              <a:gdLst>
                <a:gd name="connsiteX0" fmla="*/ 0 w 219250"/>
                <a:gd name="connsiteY0" fmla="*/ 663930 h 663930"/>
                <a:gd name="connsiteX1" fmla="*/ 219250 w 219250"/>
                <a:gd name="connsiteY1" fmla="*/ 663930 h 663930"/>
                <a:gd name="connsiteX2" fmla="*/ 219250 w 219250"/>
                <a:gd name="connsiteY2" fmla="*/ 0 h 663930"/>
                <a:gd name="connsiteX3" fmla="*/ 0 w 219250"/>
                <a:gd name="connsiteY3" fmla="*/ 0 h 663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9250" h="663930">
                  <a:moveTo>
                    <a:pt x="0" y="663930"/>
                  </a:moveTo>
                  <a:lnTo>
                    <a:pt x="219250" y="663930"/>
                  </a:lnTo>
                  <a:lnTo>
                    <a:pt x="2192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CA9A1">
                <a:alpha val="60392"/>
              </a:srgbClr>
            </a:solidFill>
            <a:ln w="126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98" name="Freeform 3197">
              <a:extLst>
                <a:ext uri="{FF2B5EF4-FFF2-40B4-BE49-F238E27FC236}">
                  <a16:creationId xmlns:a16="http://schemas.microsoft.com/office/drawing/2014/main" id="{A6A16EAB-9443-0444-2716-933AE2990D1C}"/>
                </a:ext>
              </a:extLst>
            </p:cNvPr>
            <p:cNvSpPr/>
            <p:nvPr/>
          </p:nvSpPr>
          <p:spPr>
            <a:xfrm>
              <a:off x="7949349" y="5104510"/>
              <a:ext cx="219250" cy="486867"/>
            </a:xfrm>
            <a:custGeom>
              <a:avLst/>
              <a:gdLst>
                <a:gd name="connsiteX0" fmla="*/ 0 w 219250"/>
                <a:gd name="connsiteY0" fmla="*/ 486867 h 486867"/>
                <a:gd name="connsiteX1" fmla="*/ 219250 w 219250"/>
                <a:gd name="connsiteY1" fmla="*/ 486867 h 486867"/>
                <a:gd name="connsiteX2" fmla="*/ 219250 w 219250"/>
                <a:gd name="connsiteY2" fmla="*/ 0 h 486867"/>
                <a:gd name="connsiteX3" fmla="*/ 0 w 219250"/>
                <a:gd name="connsiteY3" fmla="*/ 0 h 486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9250" h="486867">
                  <a:moveTo>
                    <a:pt x="0" y="486867"/>
                  </a:moveTo>
                  <a:lnTo>
                    <a:pt x="219250" y="486867"/>
                  </a:lnTo>
                  <a:lnTo>
                    <a:pt x="2192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CA9A1">
                <a:alpha val="60392"/>
              </a:srgbClr>
            </a:solidFill>
            <a:ln w="126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99" name="Freeform 3198">
              <a:extLst>
                <a:ext uri="{FF2B5EF4-FFF2-40B4-BE49-F238E27FC236}">
                  <a16:creationId xmlns:a16="http://schemas.microsoft.com/office/drawing/2014/main" id="{AB4DB6C0-A223-8389-1B8E-F6841B90E3A1}"/>
                </a:ext>
              </a:extLst>
            </p:cNvPr>
            <p:cNvSpPr/>
            <p:nvPr/>
          </p:nvSpPr>
          <p:spPr>
            <a:xfrm>
              <a:off x="8168600" y="5237264"/>
              <a:ext cx="219250" cy="354114"/>
            </a:xfrm>
            <a:custGeom>
              <a:avLst/>
              <a:gdLst>
                <a:gd name="connsiteX0" fmla="*/ 0 w 219250"/>
                <a:gd name="connsiteY0" fmla="*/ 354114 h 354114"/>
                <a:gd name="connsiteX1" fmla="*/ 219250 w 219250"/>
                <a:gd name="connsiteY1" fmla="*/ 354114 h 354114"/>
                <a:gd name="connsiteX2" fmla="*/ 219250 w 219250"/>
                <a:gd name="connsiteY2" fmla="*/ 0 h 354114"/>
                <a:gd name="connsiteX3" fmla="*/ 0 w 219250"/>
                <a:gd name="connsiteY3" fmla="*/ 0 h 354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9250" h="354114">
                  <a:moveTo>
                    <a:pt x="0" y="354114"/>
                  </a:moveTo>
                  <a:lnTo>
                    <a:pt x="219250" y="354114"/>
                  </a:lnTo>
                  <a:lnTo>
                    <a:pt x="2192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CA9A1">
                <a:alpha val="60392"/>
              </a:srgbClr>
            </a:solidFill>
            <a:ln w="126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00" name="Freeform 3199">
              <a:extLst>
                <a:ext uri="{FF2B5EF4-FFF2-40B4-BE49-F238E27FC236}">
                  <a16:creationId xmlns:a16="http://schemas.microsoft.com/office/drawing/2014/main" id="{D0519A1C-3665-04B9-4B28-31EEC2C299C6}"/>
                </a:ext>
              </a:extLst>
            </p:cNvPr>
            <p:cNvSpPr/>
            <p:nvPr/>
          </p:nvSpPr>
          <p:spPr>
            <a:xfrm>
              <a:off x="8387850" y="5281510"/>
              <a:ext cx="219250" cy="309867"/>
            </a:xfrm>
            <a:custGeom>
              <a:avLst/>
              <a:gdLst>
                <a:gd name="connsiteX0" fmla="*/ 0 w 219250"/>
                <a:gd name="connsiteY0" fmla="*/ 309867 h 309867"/>
                <a:gd name="connsiteX1" fmla="*/ 219250 w 219250"/>
                <a:gd name="connsiteY1" fmla="*/ 309867 h 309867"/>
                <a:gd name="connsiteX2" fmla="*/ 219250 w 219250"/>
                <a:gd name="connsiteY2" fmla="*/ 0 h 309867"/>
                <a:gd name="connsiteX3" fmla="*/ 0 w 219250"/>
                <a:gd name="connsiteY3" fmla="*/ 0 h 309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9250" h="309867">
                  <a:moveTo>
                    <a:pt x="0" y="309867"/>
                  </a:moveTo>
                  <a:lnTo>
                    <a:pt x="219250" y="309867"/>
                  </a:lnTo>
                  <a:lnTo>
                    <a:pt x="2192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CA9A1">
                <a:alpha val="60392"/>
              </a:srgbClr>
            </a:solidFill>
            <a:ln w="126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01" name="Freeform 3200">
              <a:extLst>
                <a:ext uri="{FF2B5EF4-FFF2-40B4-BE49-F238E27FC236}">
                  <a16:creationId xmlns:a16="http://schemas.microsoft.com/office/drawing/2014/main" id="{5BB4E1A5-EB13-8A1A-4BF7-0C2BBBD94BDF}"/>
                </a:ext>
              </a:extLst>
            </p:cNvPr>
            <p:cNvSpPr/>
            <p:nvPr/>
          </p:nvSpPr>
          <p:spPr>
            <a:xfrm>
              <a:off x="8607100" y="5502871"/>
              <a:ext cx="219250" cy="88506"/>
            </a:xfrm>
            <a:custGeom>
              <a:avLst/>
              <a:gdLst>
                <a:gd name="connsiteX0" fmla="*/ 0 w 219250"/>
                <a:gd name="connsiteY0" fmla="*/ 88506 h 88506"/>
                <a:gd name="connsiteX1" fmla="*/ 219250 w 219250"/>
                <a:gd name="connsiteY1" fmla="*/ 88506 h 88506"/>
                <a:gd name="connsiteX2" fmla="*/ 219250 w 219250"/>
                <a:gd name="connsiteY2" fmla="*/ 0 h 88506"/>
                <a:gd name="connsiteX3" fmla="*/ 0 w 219250"/>
                <a:gd name="connsiteY3" fmla="*/ 0 h 88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9250" h="88506">
                  <a:moveTo>
                    <a:pt x="0" y="88506"/>
                  </a:moveTo>
                  <a:lnTo>
                    <a:pt x="219250" y="88506"/>
                  </a:lnTo>
                  <a:lnTo>
                    <a:pt x="2192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CA9A1">
                <a:alpha val="60392"/>
              </a:srgbClr>
            </a:solidFill>
            <a:ln w="126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02" name="Freeform 3201">
              <a:extLst>
                <a:ext uri="{FF2B5EF4-FFF2-40B4-BE49-F238E27FC236}">
                  <a16:creationId xmlns:a16="http://schemas.microsoft.com/office/drawing/2014/main" id="{207A7EF1-CA92-4D08-2DD9-E5E7354BBED7}"/>
                </a:ext>
              </a:extLst>
            </p:cNvPr>
            <p:cNvSpPr/>
            <p:nvPr/>
          </p:nvSpPr>
          <p:spPr>
            <a:xfrm>
              <a:off x="9264800" y="5547118"/>
              <a:ext cx="219249" cy="44259"/>
            </a:xfrm>
            <a:custGeom>
              <a:avLst/>
              <a:gdLst>
                <a:gd name="connsiteX0" fmla="*/ 0 w 219249"/>
                <a:gd name="connsiteY0" fmla="*/ 44259 h 44259"/>
                <a:gd name="connsiteX1" fmla="*/ 219250 w 219249"/>
                <a:gd name="connsiteY1" fmla="*/ 44259 h 44259"/>
                <a:gd name="connsiteX2" fmla="*/ 219250 w 219249"/>
                <a:gd name="connsiteY2" fmla="*/ 0 h 44259"/>
                <a:gd name="connsiteX3" fmla="*/ 0 w 219249"/>
                <a:gd name="connsiteY3" fmla="*/ 0 h 44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9249" h="44259">
                  <a:moveTo>
                    <a:pt x="0" y="44259"/>
                  </a:moveTo>
                  <a:lnTo>
                    <a:pt x="219250" y="44259"/>
                  </a:lnTo>
                  <a:lnTo>
                    <a:pt x="2192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3D3D3"/>
            </a:solidFill>
            <a:ln w="126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03" name="Freeform 3202">
              <a:extLst>
                <a:ext uri="{FF2B5EF4-FFF2-40B4-BE49-F238E27FC236}">
                  <a16:creationId xmlns:a16="http://schemas.microsoft.com/office/drawing/2014/main" id="{99A5DB54-E2FC-584A-09C5-25C481D4CC5C}"/>
                </a:ext>
              </a:extLst>
            </p:cNvPr>
            <p:cNvSpPr/>
            <p:nvPr/>
          </p:nvSpPr>
          <p:spPr>
            <a:xfrm>
              <a:off x="2914130" y="1744563"/>
              <a:ext cx="6357997" cy="3828006"/>
            </a:xfrm>
            <a:custGeom>
              <a:avLst/>
              <a:gdLst>
                <a:gd name="connsiteX0" fmla="*/ 0 w 6357997"/>
                <a:gd name="connsiteY0" fmla="*/ 3778451 h 3828006"/>
                <a:gd name="connsiteX1" fmla="*/ 12480 w 6357997"/>
                <a:gd name="connsiteY1" fmla="*/ 3775466 h 3828006"/>
                <a:gd name="connsiteX2" fmla="*/ 49772 w 6357997"/>
                <a:gd name="connsiteY2" fmla="*/ 3766538 h 3828006"/>
                <a:gd name="connsiteX3" fmla="*/ 62203 w 6357997"/>
                <a:gd name="connsiteY3" fmla="*/ 3763617 h 3828006"/>
                <a:gd name="connsiteX4" fmla="*/ 74684 w 6357997"/>
                <a:gd name="connsiteY4" fmla="*/ 3760633 h 3828006"/>
                <a:gd name="connsiteX5" fmla="*/ 87114 w 6357997"/>
                <a:gd name="connsiteY5" fmla="*/ 3757762 h 3828006"/>
                <a:gd name="connsiteX6" fmla="*/ 99546 w 6357997"/>
                <a:gd name="connsiteY6" fmla="*/ 3754829 h 3828006"/>
                <a:gd name="connsiteX7" fmla="*/ 111977 w 6357997"/>
                <a:gd name="connsiteY7" fmla="*/ 3751959 h 3828006"/>
                <a:gd name="connsiteX8" fmla="*/ 124458 w 6357997"/>
                <a:gd name="connsiteY8" fmla="*/ 3749076 h 3828006"/>
                <a:gd name="connsiteX9" fmla="*/ 136888 w 6357997"/>
                <a:gd name="connsiteY9" fmla="*/ 3746256 h 3828006"/>
                <a:gd name="connsiteX10" fmla="*/ 149319 w 6357997"/>
                <a:gd name="connsiteY10" fmla="*/ 3743373 h 3828006"/>
                <a:gd name="connsiteX11" fmla="*/ 161750 w 6357997"/>
                <a:gd name="connsiteY11" fmla="*/ 3740541 h 3828006"/>
                <a:gd name="connsiteX12" fmla="*/ 174230 w 6357997"/>
                <a:gd name="connsiteY12" fmla="*/ 3737773 h 3828006"/>
                <a:gd name="connsiteX13" fmla="*/ 186661 w 6357997"/>
                <a:gd name="connsiteY13" fmla="*/ 3734890 h 3828006"/>
                <a:gd name="connsiteX14" fmla="*/ 199093 w 6357997"/>
                <a:gd name="connsiteY14" fmla="*/ 3732058 h 3828006"/>
                <a:gd name="connsiteX15" fmla="*/ 223954 w 6357997"/>
                <a:gd name="connsiteY15" fmla="*/ 3726305 h 3828006"/>
                <a:gd name="connsiteX16" fmla="*/ 236435 w 6357997"/>
                <a:gd name="connsiteY16" fmla="*/ 3723333 h 3828006"/>
                <a:gd name="connsiteX17" fmla="*/ 248866 w 6357997"/>
                <a:gd name="connsiteY17" fmla="*/ 3720310 h 3828006"/>
                <a:gd name="connsiteX18" fmla="*/ 261296 w 6357997"/>
                <a:gd name="connsiteY18" fmla="*/ 3717186 h 3828006"/>
                <a:gd name="connsiteX19" fmla="*/ 273727 w 6357997"/>
                <a:gd name="connsiteY19" fmla="*/ 3714011 h 3828006"/>
                <a:gd name="connsiteX20" fmla="*/ 286208 w 6357997"/>
                <a:gd name="connsiteY20" fmla="*/ 3710684 h 3828006"/>
                <a:gd name="connsiteX21" fmla="*/ 298638 w 6357997"/>
                <a:gd name="connsiteY21" fmla="*/ 3707204 h 3828006"/>
                <a:gd name="connsiteX22" fmla="*/ 311069 w 6357997"/>
                <a:gd name="connsiteY22" fmla="*/ 3703584 h 3828006"/>
                <a:gd name="connsiteX23" fmla="*/ 323501 w 6357997"/>
                <a:gd name="connsiteY23" fmla="*/ 3699812 h 3828006"/>
                <a:gd name="connsiteX24" fmla="*/ 335982 w 6357997"/>
                <a:gd name="connsiteY24" fmla="*/ 3695799 h 3828006"/>
                <a:gd name="connsiteX25" fmla="*/ 348412 w 6357997"/>
                <a:gd name="connsiteY25" fmla="*/ 3691634 h 3828006"/>
                <a:gd name="connsiteX26" fmla="*/ 360843 w 6357997"/>
                <a:gd name="connsiteY26" fmla="*/ 3687163 h 3828006"/>
                <a:gd name="connsiteX27" fmla="*/ 373274 w 6357997"/>
                <a:gd name="connsiteY27" fmla="*/ 3682452 h 3828006"/>
                <a:gd name="connsiteX28" fmla="*/ 385704 w 6357997"/>
                <a:gd name="connsiteY28" fmla="*/ 3677498 h 3828006"/>
                <a:gd name="connsiteX29" fmla="*/ 398185 w 6357997"/>
                <a:gd name="connsiteY29" fmla="*/ 3672279 h 3828006"/>
                <a:gd name="connsiteX30" fmla="*/ 410616 w 6357997"/>
                <a:gd name="connsiteY30" fmla="*/ 3666678 h 3828006"/>
                <a:gd name="connsiteX31" fmla="*/ 423046 w 6357997"/>
                <a:gd name="connsiteY31" fmla="*/ 3660773 h 3828006"/>
                <a:gd name="connsiteX32" fmla="*/ 435478 w 6357997"/>
                <a:gd name="connsiteY32" fmla="*/ 3654524 h 3828006"/>
                <a:gd name="connsiteX33" fmla="*/ 447959 w 6357997"/>
                <a:gd name="connsiteY33" fmla="*/ 3647971 h 3828006"/>
                <a:gd name="connsiteX34" fmla="*/ 460390 w 6357997"/>
                <a:gd name="connsiteY34" fmla="*/ 3641075 h 3828006"/>
                <a:gd name="connsiteX35" fmla="*/ 472820 w 6357997"/>
                <a:gd name="connsiteY35" fmla="*/ 3633734 h 3828006"/>
                <a:gd name="connsiteX36" fmla="*/ 485251 w 6357997"/>
                <a:gd name="connsiteY36" fmla="*/ 3626051 h 3828006"/>
                <a:gd name="connsiteX37" fmla="*/ 497682 w 6357997"/>
                <a:gd name="connsiteY37" fmla="*/ 3618012 h 3828006"/>
                <a:gd name="connsiteX38" fmla="*/ 510162 w 6357997"/>
                <a:gd name="connsiteY38" fmla="*/ 3609630 h 3828006"/>
                <a:gd name="connsiteX39" fmla="*/ 522593 w 6357997"/>
                <a:gd name="connsiteY39" fmla="*/ 3600803 h 3828006"/>
                <a:gd name="connsiteX40" fmla="*/ 535025 w 6357997"/>
                <a:gd name="connsiteY40" fmla="*/ 3591570 h 3828006"/>
                <a:gd name="connsiteX41" fmla="*/ 547455 w 6357997"/>
                <a:gd name="connsiteY41" fmla="*/ 3582045 h 3828006"/>
                <a:gd name="connsiteX42" fmla="*/ 559935 w 6357997"/>
                <a:gd name="connsiteY42" fmla="*/ 3572228 h 3828006"/>
                <a:gd name="connsiteX43" fmla="*/ 572367 w 6357997"/>
                <a:gd name="connsiteY43" fmla="*/ 3561954 h 3828006"/>
                <a:gd name="connsiteX44" fmla="*/ 584798 w 6357997"/>
                <a:gd name="connsiteY44" fmla="*/ 3551337 h 3828006"/>
                <a:gd name="connsiteX45" fmla="*/ 597228 w 6357997"/>
                <a:gd name="connsiteY45" fmla="*/ 3540478 h 3828006"/>
                <a:gd name="connsiteX46" fmla="*/ 609709 w 6357997"/>
                <a:gd name="connsiteY46" fmla="*/ 3529315 h 3828006"/>
                <a:gd name="connsiteX47" fmla="*/ 622140 w 6357997"/>
                <a:gd name="connsiteY47" fmla="*/ 3517847 h 3828006"/>
                <a:gd name="connsiteX48" fmla="*/ 634570 w 6357997"/>
                <a:gd name="connsiteY48" fmla="*/ 3506099 h 3828006"/>
                <a:gd name="connsiteX49" fmla="*/ 647002 w 6357997"/>
                <a:gd name="connsiteY49" fmla="*/ 3494085 h 3828006"/>
                <a:gd name="connsiteX50" fmla="*/ 659433 w 6357997"/>
                <a:gd name="connsiteY50" fmla="*/ 3481880 h 3828006"/>
                <a:gd name="connsiteX51" fmla="*/ 671912 w 6357997"/>
                <a:gd name="connsiteY51" fmla="*/ 3469485 h 3828006"/>
                <a:gd name="connsiteX52" fmla="*/ 684344 w 6357997"/>
                <a:gd name="connsiteY52" fmla="*/ 3456874 h 3828006"/>
                <a:gd name="connsiteX53" fmla="*/ 696775 w 6357997"/>
                <a:gd name="connsiteY53" fmla="*/ 3444136 h 3828006"/>
                <a:gd name="connsiteX54" fmla="*/ 709210 w 6357997"/>
                <a:gd name="connsiteY54" fmla="*/ 3431284 h 3828006"/>
                <a:gd name="connsiteX55" fmla="*/ 721686 w 6357997"/>
                <a:gd name="connsiteY55" fmla="*/ 3418279 h 3828006"/>
                <a:gd name="connsiteX56" fmla="*/ 734123 w 6357997"/>
                <a:gd name="connsiteY56" fmla="*/ 3405185 h 3828006"/>
                <a:gd name="connsiteX57" fmla="*/ 758973 w 6357997"/>
                <a:gd name="connsiteY57" fmla="*/ 3378794 h 3828006"/>
                <a:gd name="connsiteX58" fmla="*/ 771462 w 6357997"/>
                <a:gd name="connsiteY58" fmla="*/ 3365498 h 3828006"/>
                <a:gd name="connsiteX59" fmla="*/ 783887 w 6357997"/>
                <a:gd name="connsiteY59" fmla="*/ 3352201 h 3828006"/>
                <a:gd name="connsiteX60" fmla="*/ 821187 w 6357997"/>
                <a:gd name="connsiteY60" fmla="*/ 3312170 h 3828006"/>
                <a:gd name="connsiteX61" fmla="*/ 833663 w 6357997"/>
                <a:gd name="connsiteY61" fmla="*/ 3298772 h 3828006"/>
                <a:gd name="connsiteX62" fmla="*/ 846100 w 6357997"/>
                <a:gd name="connsiteY62" fmla="*/ 3285424 h 3828006"/>
                <a:gd name="connsiteX63" fmla="*/ 858525 w 6357997"/>
                <a:gd name="connsiteY63" fmla="*/ 3272038 h 3828006"/>
                <a:gd name="connsiteX64" fmla="*/ 870950 w 6357997"/>
                <a:gd name="connsiteY64" fmla="*/ 3258691 h 3828006"/>
                <a:gd name="connsiteX65" fmla="*/ 883439 w 6357997"/>
                <a:gd name="connsiteY65" fmla="*/ 3245292 h 3828006"/>
                <a:gd name="connsiteX66" fmla="*/ 908301 w 6357997"/>
                <a:gd name="connsiteY66" fmla="*/ 3218406 h 3828006"/>
                <a:gd name="connsiteX67" fmla="*/ 920726 w 6357997"/>
                <a:gd name="connsiteY67" fmla="*/ 3204919 h 3828006"/>
                <a:gd name="connsiteX68" fmla="*/ 933215 w 6357997"/>
                <a:gd name="connsiteY68" fmla="*/ 3191317 h 3828006"/>
                <a:gd name="connsiteX69" fmla="*/ 945640 w 6357997"/>
                <a:gd name="connsiteY69" fmla="*/ 3177677 h 3828006"/>
                <a:gd name="connsiteX70" fmla="*/ 958077 w 6357997"/>
                <a:gd name="connsiteY70" fmla="*/ 3163987 h 3828006"/>
                <a:gd name="connsiteX71" fmla="*/ 970502 w 6357997"/>
                <a:gd name="connsiteY71" fmla="*/ 3150093 h 3828006"/>
                <a:gd name="connsiteX72" fmla="*/ 982927 w 6357997"/>
                <a:gd name="connsiteY72" fmla="*/ 3136110 h 3828006"/>
                <a:gd name="connsiteX73" fmla="*/ 995416 w 6357997"/>
                <a:gd name="connsiteY73" fmla="*/ 3122013 h 3828006"/>
                <a:gd name="connsiteX74" fmla="*/ 1007841 w 6357997"/>
                <a:gd name="connsiteY74" fmla="*/ 3107777 h 3828006"/>
                <a:gd name="connsiteX75" fmla="*/ 1020278 w 6357997"/>
                <a:gd name="connsiteY75" fmla="*/ 3093298 h 3828006"/>
                <a:gd name="connsiteX76" fmla="*/ 1032703 w 6357997"/>
                <a:gd name="connsiteY76" fmla="*/ 3078605 h 3828006"/>
                <a:gd name="connsiteX77" fmla="*/ 1045192 w 6357997"/>
                <a:gd name="connsiteY77" fmla="*/ 3063720 h 3828006"/>
                <a:gd name="connsiteX78" fmla="*/ 1057617 w 6357997"/>
                <a:gd name="connsiteY78" fmla="*/ 3048645 h 3828006"/>
                <a:gd name="connsiteX79" fmla="*/ 1070054 w 6357997"/>
                <a:gd name="connsiteY79" fmla="*/ 3033316 h 3828006"/>
                <a:gd name="connsiteX80" fmla="*/ 1082479 w 6357997"/>
                <a:gd name="connsiteY80" fmla="*/ 3017683 h 3828006"/>
                <a:gd name="connsiteX81" fmla="*/ 1094917 w 6357997"/>
                <a:gd name="connsiteY81" fmla="*/ 3001808 h 3828006"/>
                <a:gd name="connsiteX82" fmla="*/ 1107393 w 6357997"/>
                <a:gd name="connsiteY82" fmla="*/ 2985641 h 3828006"/>
                <a:gd name="connsiteX83" fmla="*/ 1119817 w 6357997"/>
                <a:gd name="connsiteY83" fmla="*/ 2969270 h 3828006"/>
                <a:gd name="connsiteX84" fmla="*/ 1132255 w 6357997"/>
                <a:gd name="connsiteY84" fmla="*/ 2952506 h 3828006"/>
                <a:gd name="connsiteX85" fmla="*/ 1144680 w 6357997"/>
                <a:gd name="connsiteY85" fmla="*/ 2935488 h 3828006"/>
                <a:gd name="connsiteX86" fmla="*/ 1157168 w 6357997"/>
                <a:gd name="connsiteY86" fmla="*/ 2918178 h 3828006"/>
                <a:gd name="connsiteX87" fmla="*/ 1169594 w 6357997"/>
                <a:gd name="connsiteY87" fmla="*/ 2900614 h 3828006"/>
                <a:gd name="connsiteX88" fmla="*/ 1182031 w 6357997"/>
                <a:gd name="connsiteY88" fmla="*/ 2882707 h 3828006"/>
                <a:gd name="connsiteX89" fmla="*/ 1194456 w 6357997"/>
                <a:gd name="connsiteY89" fmla="*/ 2864495 h 3828006"/>
                <a:gd name="connsiteX90" fmla="*/ 1206932 w 6357997"/>
                <a:gd name="connsiteY90" fmla="*/ 2846042 h 3828006"/>
                <a:gd name="connsiteX91" fmla="*/ 1219369 w 6357997"/>
                <a:gd name="connsiteY91" fmla="*/ 2827284 h 3828006"/>
                <a:gd name="connsiteX92" fmla="*/ 1231794 w 6357997"/>
                <a:gd name="connsiteY92" fmla="*/ 2808285 h 3828006"/>
                <a:gd name="connsiteX93" fmla="*/ 1244232 w 6357997"/>
                <a:gd name="connsiteY93" fmla="*/ 2788943 h 3828006"/>
                <a:gd name="connsiteX94" fmla="*/ 1256657 w 6357997"/>
                <a:gd name="connsiteY94" fmla="*/ 2769398 h 3828006"/>
                <a:gd name="connsiteX95" fmla="*/ 1269145 w 6357997"/>
                <a:gd name="connsiteY95" fmla="*/ 2749598 h 3828006"/>
                <a:gd name="connsiteX96" fmla="*/ 1281571 w 6357997"/>
                <a:gd name="connsiteY96" fmla="*/ 2729609 h 3828006"/>
                <a:gd name="connsiteX97" fmla="*/ 1294008 w 6357997"/>
                <a:gd name="connsiteY97" fmla="*/ 2709314 h 3828006"/>
                <a:gd name="connsiteX98" fmla="*/ 1306433 w 6357997"/>
                <a:gd name="connsiteY98" fmla="*/ 2688880 h 3828006"/>
                <a:gd name="connsiteX99" fmla="*/ 1318909 w 6357997"/>
                <a:gd name="connsiteY99" fmla="*/ 2668191 h 3828006"/>
                <a:gd name="connsiteX100" fmla="*/ 1331346 w 6357997"/>
                <a:gd name="connsiteY100" fmla="*/ 2647402 h 3828006"/>
                <a:gd name="connsiteX101" fmla="*/ 1343771 w 6357997"/>
                <a:gd name="connsiteY101" fmla="*/ 2626421 h 3828006"/>
                <a:gd name="connsiteX102" fmla="*/ 1356209 w 6357997"/>
                <a:gd name="connsiteY102" fmla="*/ 2605288 h 3828006"/>
                <a:gd name="connsiteX103" fmla="*/ 1368685 w 6357997"/>
                <a:gd name="connsiteY103" fmla="*/ 2584003 h 3828006"/>
                <a:gd name="connsiteX104" fmla="*/ 1381122 w 6357997"/>
                <a:gd name="connsiteY104" fmla="*/ 2562667 h 3828006"/>
                <a:gd name="connsiteX105" fmla="*/ 1393547 w 6357997"/>
                <a:gd name="connsiteY105" fmla="*/ 2541191 h 3828006"/>
                <a:gd name="connsiteX106" fmla="*/ 1405985 w 6357997"/>
                <a:gd name="connsiteY106" fmla="*/ 2519665 h 3828006"/>
                <a:gd name="connsiteX107" fmla="*/ 1418410 w 6357997"/>
                <a:gd name="connsiteY107" fmla="*/ 2498075 h 3828006"/>
                <a:gd name="connsiteX108" fmla="*/ 1430898 w 6357997"/>
                <a:gd name="connsiteY108" fmla="*/ 2476447 h 3828006"/>
                <a:gd name="connsiteX109" fmla="*/ 1443323 w 6357997"/>
                <a:gd name="connsiteY109" fmla="*/ 2454819 h 3828006"/>
                <a:gd name="connsiteX110" fmla="*/ 1468186 w 6357997"/>
                <a:gd name="connsiteY110" fmla="*/ 2411664 h 3828006"/>
                <a:gd name="connsiteX111" fmla="*/ 1480662 w 6357997"/>
                <a:gd name="connsiteY111" fmla="*/ 2390125 h 3828006"/>
                <a:gd name="connsiteX112" fmla="*/ 1493099 w 6357997"/>
                <a:gd name="connsiteY112" fmla="*/ 2368700 h 3828006"/>
                <a:gd name="connsiteX113" fmla="*/ 1505524 w 6357997"/>
                <a:gd name="connsiteY113" fmla="*/ 2347364 h 3828006"/>
                <a:gd name="connsiteX114" fmla="*/ 1517962 w 6357997"/>
                <a:gd name="connsiteY114" fmla="*/ 2326180 h 3828006"/>
                <a:gd name="connsiteX115" fmla="*/ 1530438 w 6357997"/>
                <a:gd name="connsiteY115" fmla="*/ 2305149 h 3828006"/>
                <a:gd name="connsiteX116" fmla="*/ 1542875 w 6357997"/>
                <a:gd name="connsiteY116" fmla="*/ 2284309 h 3828006"/>
                <a:gd name="connsiteX117" fmla="*/ 1555300 w 6357997"/>
                <a:gd name="connsiteY117" fmla="*/ 2263620 h 3828006"/>
                <a:gd name="connsiteX118" fmla="*/ 1567738 w 6357997"/>
                <a:gd name="connsiteY118" fmla="*/ 2243186 h 3828006"/>
                <a:gd name="connsiteX119" fmla="*/ 1580163 w 6357997"/>
                <a:gd name="connsiteY119" fmla="*/ 2223044 h 3828006"/>
                <a:gd name="connsiteX120" fmla="*/ 1592639 w 6357997"/>
                <a:gd name="connsiteY120" fmla="*/ 2203206 h 3828006"/>
                <a:gd name="connsiteX121" fmla="*/ 1605076 w 6357997"/>
                <a:gd name="connsiteY121" fmla="*/ 2183610 h 3828006"/>
                <a:gd name="connsiteX122" fmla="*/ 1617501 w 6357997"/>
                <a:gd name="connsiteY122" fmla="*/ 2164255 h 3828006"/>
                <a:gd name="connsiteX123" fmla="*/ 1629939 w 6357997"/>
                <a:gd name="connsiteY123" fmla="*/ 2145358 h 3828006"/>
                <a:gd name="connsiteX124" fmla="*/ 1642415 w 6357997"/>
                <a:gd name="connsiteY124" fmla="*/ 2126752 h 3828006"/>
                <a:gd name="connsiteX125" fmla="*/ 1654852 w 6357997"/>
                <a:gd name="connsiteY125" fmla="*/ 2108502 h 3828006"/>
                <a:gd name="connsiteX126" fmla="*/ 1667277 w 6357997"/>
                <a:gd name="connsiteY126" fmla="*/ 2090583 h 3828006"/>
                <a:gd name="connsiteX127" fmla="*/ 1679715 w 6357997"/>
                <a:gd name="connsiteY127" fmla="*/ 2073031 h 3828006"/>
                <a:gd name="connsiteX128" fmla="*/ 1692140 w 6357997"/>
                <a:gd name="connsiteY128" fmla="*/ 2055912 h 3828006"/>
                <a:gd name="connsiteX129" fmla="*/ 1704615 w 6357997"/>
                <a:gd name="connsiteY129" fmla="*/ 2039147 h 3828006"/>
                <a:gd name="connsiteX130" fmla="*/ 1717053 w 6357997"/>
                <a:gd name="connsiteY130" fmla="*/ 2022625 h 3828006"/>
                <a:gd name="connsiteX131" fmla="*/ 1729478 w 6357997"/>
                <a:gd name="connsiteY131" fmla="*/ 2006445 h 3828006"/>
                <a:gd name="connsiteX132" fmla="*/ 1741916 w 6357997"/>
                <a:gd name="connsiteY132" fmla="*/ 1990672 h 3828006"/>
                <a:gd name="connsiteX133" fmla="*/ 1754392 w 6357997"/>
                <a:gd name="connsiteY133" fmla="*/ 1975152 h 3828006"/>
                <a:gd name="connsiteX134" fmla="*/ 1766829 w 6357997"/>
                <a:gd name="connsiteY134" fmla="*/ 1959823 h 3828006"/>
                <a:gd name="connsiteX135" fmla="*/ 1779254 w 6357997"/>
                <a:gd name="connsiteY135" fmla="*/ 1944736 h 3828006"/>
                <a:gd name="connsiteX136" fmla="*/ 1791692 w 6357997"/>
                <a:gd name="connsiteY136" fmla="*/ 1929801 h 3828006"/>
                <a:gd name="connsiteX137" fmla="*/ 1804167 w 6357997"/>
                <a:gd name="connsiteY137" fmla="*/ 1915018 h 3828006"/>
                <a:gd name="connsiteX138" fmla="*/ 1841455 w 6357997"/>
                <a:gd name="connsiteY138" fmla="*/ 1870822 h 3828006"/>
                <a:gd name="connsiteX139" fmla="*/ 1853893 w 6357997"/>
                <a:gd name="connsiteY139" fmla="*/ 1855988 h 3828006"/>
                <a:gd name="connsiteX140" fmla="*/ 1866369 w 6357997"/>
                <a:gd name="connsiteY140" fmla="*/ 1841002 h 3828006"/>
                <a:gd name="connsiteX141" fmla="*/ 1878806 w 6357997"/>
                <a:gd name="connsiteY141" fmla="*/ 1825775 h 3828006"/>
                <a:gd name="connsiteX142" fmla="*/ 1891231 w 6357997"/>
                <a:gd name="connsiteY142" fmla="*/ 1810294 h 3828006"/>
                <a:gd name="connsiteX143" fmla="*/ 1903669 w 6357997"/>
                <a:gd name="connsiteY143" fmla="*/ 1794469 h 3828006"/>
                <a:gd name="connsiteX144" fmla="*/ 1916144 w 6357997"/>
                <a:gd name="connsiteY144" fmla="*/ 1778150 h 3828006"/>
                <a:gd name="connsiteX145" fmla="*/ 1928569 w 6357997"/>
                <a:gd name="connsiteY145" fmla="*/ 1761386 h 3828006"/>
                <a:gd name="connsiteX146" fmla="*/ 1941007 w 6357997"/>
                <a:gd name="connsiteY146" fmla="*/ 1744114 h 3828006"/>
                <a:gd name="connsiteX147" fmla="*/ 1953432 w 6357997"/>
                <a:gd name="connsiteY147" fmla="*/ 1726359 h 3828006"/>
                <a:gd name="connsiteX148" fmla="*/ 1965920 w 6357997"/>
                <a:gd name="connsiteY148" fmla="*/ 1707855 h 3828006"/>
                <a:gd name="connsiteX149" fmla="*/ 1978345 w 6357997"/>
                <a:gd name="connsiteY149" fmla="*/ 1688704 h 3828006"/>
                <a:gd name="connsiteX150" fmla="*/ 1990783 w 6357997"/>
                <a:gd name="connsiteY150" fmla="*/ 1668854 h 3828006"/>
                <a:gd name="connsiteX151" fmla="*/ 2003208 w 6357997"/>
                <a:gd name="connsiteY151" fmla="*/ 1648369 h 3828006"/>
                <a:gd name="connsiteX152" fmla="*/ 2015646 w 6357997"/>
                <a:gd name="connsiteY152" fmla="*/ 1627134 h 3828006"/>
                <a:gd name="connsiteX153" fmla="*/ 2028121 w 6357997"/>
                <a:gd name="connsiteY153" fmla="*/ 1604960 h 3828006"/>
                <a:gd name="connsiteX154" fmla="*/ 2040546 w 6357997"/>
                <a:gd name="connsiteY154" fmla="*/ 1582138 h 3828006"/>
                <a:gd name="connsiteX155" fmla="*/ 2052984 w 6357997"/>
                <a:gd name="connsiteY155" fmla="*/ 1558529 h 3828006"/>
                <a:gd name="connsiteX156" fmla="*/ 2065409 w 6357997"/>
                <a:gd name="connsiteY156" fmla="*/ 1534272 h 3828006"/>
                <a:gd name="connsiteX157" fmla="*/ 2077897 w 6357997"/>
                <a:gd name="connsiteY157" fmla="*/ 1509113 h 3828006"/>
                <a:gd name="connsiteX158" fmla="*/ 2090322 w 6357997"/>
                <a:gd name="connsiteY158" fmla="*/ 1483218 h 3828006"/>
                <a:gd name="connsiteX159" fmla="*/ 2102760 w 6357997"/>
                <a:gd name="connsiteY159" fmla="*/ 1456675 h 3828006"/>
                <a:gd name="connsiteX160" fmla="*/ 2115185 w 6357997"/>
                <a:gd name="connsiteY160" fmla="*/ 1429547 h 3828006"/>
                <a:gd name="connsiteX161" fmla="*/ 2127673 w 6357997"/>
                <a:gd name="connsiteY161" fmla="*/ 1401760 h 3828006"/>
                <a:gd name="connsiteX162" fmla="*/ 2140098 w 6357997"/>
                <a:gd name="connsiteY162" fmla="*/ 1373337 h 3828006"/>
                <a:gd name="connsiteX163" fmla="*/ 2152523 w 6357997"/>
                <a:gd name="connsiteY163" fmla="*/ 1344458 h 3828006"/>
                <a:gd name="connsiteX164" fmla="*/ 2164961 w 6357997"/>
                <a:gd name="connsiteY164" fmla="*/ 1315146 h 3828006"/>
                <a:gd name="connsiteX165" fmla="*/ 2177386 w 6357997"/>
                <a:gd name="connsiteY165" fmla="*/ 1285479 h 3828006"/>
                <a:gd name="connsiteX166" fmla="*/ 2189874 w 6357997"/>
                <a:gd name="connsiteY166" fmla="*/ 1255367 h 3828006"/>
                <a:gd name="connsiteX167" fmla="*/ 2202299 w 6357997"/>
                <a:gd name="connsiteY167" fmla="*/ 1225001 h 3828006"/>
                <a:gd name="connsiteX168" fmla="*/ 2214737 w 6357997"/>
                <a:gd name="connsiteY168" fmla="*/ 1194445 h 3828006"/>
                <a:gd name="connsiteX169" fmla="*/ 2227162 w 6357997"/>
                <a:gd name="connsiteY169" fmla="*/ 1163686 h 3828006"/>
                <a:gd name="connsiteX170" fmla="*/ 2239650 w 6357997"/>
                <a:gd name="connsiteY170" fmla="*/ 1132876 h 3828006"/>
                <a:gd name="connsiteX171" fmla="*/ 2264513 w 6357997"/>
                <a:gd name="connsiteY171" fmla="*/ 1071166 h 3828006"/>
                <a:gd name="connsiteX172" fmla="*/ 2276938 w 6357997"/>
                <a:gd name="connsiteY172" fmla="*/ 1040356 h 3828006"/>
                <a:gd name="connsiteX173" fmla="*/ 2289363 w 6357997"/>
                <a:gd name="connsiteY173" fmla="*/ 1009648 h 3828006"/>
                <a:gd name="connsiteX174" fmla="*/ 2301851 w 6357997"/>
                <a:gd name="connsiteY174" fmla="*/ 979142 h 3828006"/>
                <a:gd name="connsiteX175" fmla="*/ 2314276 w 6357997"/>
                <a:gd name="connsiteY175" fmla="*/ 948827 h 3828006"/>
                <a:gd name="connsiteX176" fmla="*/ 2326714 w 6357997"/>
                <a:gd name="connsiteY176" fmla="*/ 918715 h 3828006"/>
                <a:gd name="connsiteX177" fmla="*/ 2339139 w 6357997"/>
                <a:gd name="connsiteY177" fmla="*/ 888807 h 3828006"/>
                <a:gd name="connsiteX178" fmla="*/ 2351627 w 6357997"/>
                <a:gd name="connsiteY178" fmla="*/ 859279 h 3828006"/>
                <a:gd name="connsiteX179" fmla="*/ 2364052 w 6357997"/>
                <a:gd name="connsiteY179" fmla="*/ 830019 h 3828006"/>
                <a:gd name="connsiteX180" fmla="*/ 2376490 w 6357997"/>
                <a:gd name="connsiteY180" fmla="*/ 801088 h 3828006"/>
                <a:gd name="connsiteX181" fmla="*/ 2388915 w 6357997"/>
                <a:gd name="connsiteY181" fmla="*/ 772513 h 3828006"/>
                <a:gd name="connsiteX182" fmla="*/ 2401390 w 6357997"/>
                <a:gd name="connsiteY182" fmla="*/ 744192 h 3828006"/>
                <a:gd name="connsiteX183" fmla="*/ 2413828 w 6357997"/>
                <a:gd name="connsiteY183" fmla="*/ 716354 h 3828006"/>
                <a:gd name="connsiteX184" fmla="*/ 2426253 w 6357997"/>
                <a:gd name="connsiteY184" fmla="*/ 688871 h 3828006"/>
                <a:gd name="connsiteX185" fmla="*/ 2438691 w 6357997"/>
                <a:gd name="connsiteY185" fmla="*/ 661744 h 3828006"/>
                <a:gd name="connsiteX186" fmla="*/ 2451116 w 6357997"/>
                <a:gd name="connsiteY186" fmla="*/ 634896 h 3828006"/>
                <a:gd name="connsiteX187" fmla="*/ 2463604 w 6357997"/>
                <a:gd name="connsiteY187" fmla="*/ 608505 h 3828006"/>
                <a:gd name="connsiteX188" fmla="*/ 2476029 w 6357997"/>
                <a:gd name="connsiteY188" fmla="*/ 582508 h 3828006"/>
                <a:gd name="connsiteX189" fmla="*/ 2488467 w 6357997"/>
                <a:gd name="connsiteY189" fmla="*/ 556816 h 3828006"/>
                <a:gd name="connsiteX190" fmla="*/ 2500892 w 6357997"/>
                <a:gd name="connsiteY190" fmla="*/ 531518 h 3828006"/>
                <a:gd name="connsiteX191" fmla="*/ 2513367 w 6357997"/>
                <a:gd name="connsiteY191" fmla="*/ 506562 h 3828006"/>
                <a:gd name="connsiteX192" fmla="*/ 2525805 w 6357997"/>
                <a:gd name="connsiteY192" fmla="*/ 482102 h 3828006"/>
                <a:gd name="connsiteX193" fmla="*/ 2538230 w 6357997"/>
                <a:gd name="connsiteY193" fmla="*/ 457998 h 3828006"/>
                <a:gd name="connsiteX194" fmla="*/ 2550668 w 6357997"/>
                <a:gd name="connsiteY194" fmla="*/ 434236 h 3828006"/>
                <a:gd name="connsiteX195" fmla="*/ 2563144 w 6357997"/>
                <a:gd name="connsiteY195" fmla="*/ 410868 h 3828006"/>
                <a:gd name="connsiteX196" fmla="*/ 2575581 w 6357997"/>
                <a:gd name="connsiteY196" fmla="*/ 387995 h 3828006"/>
                <a:gd name="connsiteX197" fmla="*/ 2588006 w 6357997"/>
                <a:gd name="connsiteY197" fmla="*/ 365516 h 3828006"/>
                <a:gd name="connsiteX198" fmla="*/ 2600444 w 6357997"/>
                <a:gd name="connsiteY198" fmla="*/ 343545 h 3828006"/>
                <a:gd name="connsiteX199" fmla="*/ 2612869 w 6357997"/>
                <a:gd name="connsiteY199" fmla="*/ 321968 h 3828006"/>
                <a:gd name="connsiteX200" fmla="*/ 2625344 w 6357997"/>
                <a:gd name="connsiteY200" fmla="*/ 300835 h 3828006"/>
                <a:gd name="connsiteX201" fmla="*/ 2637782 w 6357997"/>
                <a:gd name="connsiteY201" fmla="*/ 280337 h 3828006"/>
                <a:gd name="connsiteX202" fmla="*/ 2650207 w 6357997"/>
                <a:gd name="connsiteY202" fmla="*/ 260398 h 3828006"/>
                <a:gd name="connsiteX203" fmla="*/ 2662645 w 6357997"/>
                <a:gd name="connsiteY203" fmla="*/ 240902 h 3828006"/>
                <a:gd name="connsiteX204" fmla="*/ 2675120 w 6357997"/>
                <a:gd name="connsiteY204" fmla="*/ 222002 h 3828006"/>
                <a:gd name="connsiteX205" fmla="*/ 2687558 w 6357997"/>
                <a:gd name="connsiteY205" fmla="*/ 203796 h 3828006"/>
                <a:gd name="connsiteX206" fmla="*/ 2699983 w 6357997"/>
                <a:gd name="connsiteY206" fmla="*/ 186284 h 3828006"/>
                <a:gd name="connsiteX207" fmla="*/ 2712421 w 6357997"/>
                <a:gd name="connsiteY207" fmla="*/ 169316 h 3828006"/>
                <a:gd name="connsiteX208" fmla="*/ 2724896 w 6357997"/>
                <a:gd name="connsiteY208" fmla="*/ 153045 h 3828006"/>
                <a:gd name="connsiteX209" fmla="*/ 2737334 w 6357997"/>
                <a:gd name="connsiteY209" fmla="*/ 137467 h 3828006"/>
                <a:gd name="connsiteX210" fmla="*/ 2749759 w 6357997"/>
                <a:gd name="connsiteY210" fmla="*/ 122784 h 3828006"/>
                <a:gd name="connsiteX211" fmla="*/ 2762184 w 6357997"/>
                <a:gd name="connsiteY211" fmla="*/ 108793 h 3828006"/>
                <a:gd name="connsiteX212" fmla="*/ 2774622 w 6357997"/>
                <a:gd name="connsiteY212" fmla="*/ 95547 h 3828006"/>
                <a:gd name="connsiteX213" fmla="*/ 2787097 w 6357997"/>
                <a:gd name="connsiteY213" fmla="*/ 83045 h 3828006"/>
                <a:gd name="connsiteX214" fmla="*/ 2799535 w 6357997"/>
                <a:gd name="connsiteY214" fmla="*/ 71487 h 3828006"/>
                <a:gd name="connsiteX215" fmla="*/ 2811960 w 6357997"/>
                <a:gd name="connsiteY215" fmla="*/ 60820 h 3828006"/>
                <a:gd name="connsiteX216" fmla="*/ 2824398 w 6357997"/>
                <a:gd name="connsiteY216" fmla="*/ 50899 h 3828006"/>
                <a:gd name="connsiteX217" fmla="*/ 2836873 w 6357997"/>
                <a:gd name="connsiteY217" fmla="*/ 41770 h 3828006"/>
                <a:gd name="connsiteX218" fmla="*/ 2849311 w 6357997"/>
                <a:gd name="connsiteY218" fmla="*/ 33585 h 3828006"/>
                <a:gd name="connsiteX219" fmla="*/ 2861736 w 6357997"/>
                <a:gd name="connsiteY219" fmla="*/ 26392 h 3828006"/>
                <a:gd name="connsiteX220" fmla="*/ 2874161 w 6357997"/>
                <a:gd name="connsiteY220" fmla="*/ 19992 h 3828006"/>
                <a:gd name="connsiteX221" fmla="*/ 2886599 w 6357997"/>
                <a:gd name="connsiteY221" fmla="*/ 14436 h 3828006"/>
                <a:gd name="connsiteX222" fmla="*/ 2899074 w 6357997"/>
                <a:gd name="connsiteY222" fmla="*/ 9723 h 3828006"/>
                <a:gd name="connsiteX223" fmla="*/ 2911512 w 6357997"/>
                <a:gd name="connsiteY223" fmla="*/ 6053 h 3828006"/>
                <a:gd name="connsiteX224" fmla="*/ 2923937 w 6357997"/>
                <a:gd name="connsiteY224" fmla="*/ 3274 h 3828006"/>
                <a:gd name="connsiteX225" fmla="*/ 2936374 w 6357997"/>
                <a:gd name="connsiteY225" fmla="*/ 1340 h 3828006"/>
                <a:gd name="connsiteX226" fmla="*/ 2948850 w 6357997"/>
                <a:gd name="connsiteY226" fmla="*/ 198 h 3828006"/>
                <a:gd name="connsiteX227" fmla="*/ 2961288 w 6357997"/>
                <a:gd name="connsiteY227" fmla="*/ 0 h 3828006"/>
                <a:gd name="connsiteX228" fmla="*/ 2973713 w 6357997"/>
                <a:gd name="connsiteY228" fmla="*/ 843 h 3828006"/>
                <a:gd name="connsiteX229" fmla="*/ 2986138 w 6357997"/>
                <a:gd name="connsiteY229" fmla="*/ 2480 h 3828006"/>
                <a:gd name="connsiteX230" fmla="*/ 2998626 w 6357997"/>
                <a:gd name="connsiteY230" fmla="*/ 4911 h 3828006"/>
                <a:gd name="connsiteX231" fmla="*/ 3011051 w 6357997"/>
                <a:gd name="connsiteY231" fmla="*/ 8185 h 3828006"/>
                <a:gd name="connsiteX232" fmla="*/ 3023489 w 6357997"/>
                <a:gd name="connsiteY232" fmla="*/ 12502 h 3828006"/>
                <a:gd name="connsiteX233" fmla="*/ 3035914 w 6357997"/>
                <a:gd name="connsiteY233" fmla="*/ 17710 h 3828006"/>
                <a:gd name="connsiteX234" fmla="*/ 3048351 w 6357997"/>
                <a:gd name="connsiteY234" fmla="*/ 23664 h 3828006"/>
                <a:gd name="connsiteX235" fmla="*/ 3060827 w 6357997"/>
                <a:gd name="connsiteY235" fmla="*/ 30410 h 3828006"/>
                <a:gd name="connsiteX236" fmla="*/ 3073265 w 6357997"/>
                <a:gd name="connsiteY236" fmla="*/ 38100 h 3828006"/>
                <a:gd name="connsiteX237" fmla="*/ 3085690 w 6357997"/>
                <a:gd name="connsiteY237" fmla="*/ 46732 h 3828006"/>
                <a:gd name="connsiteX238" fmla="*/ 3098127 w 6357997"/>
                <a:gd name="connsiteY238" fmla="*/ 56158 h 3828006"/>
                <a:gd name="connsiteX239" fmla="*/ 3110603 w 6357997"/>
                <a:gd name="connsiteY239" fmla="*/ 66327 h 3828006"/>
                <a:gd name="connsiteX240" fmla="*/ 3123028 w 6357997"/>
                <a:gd name="connsiteY240" fmla="*/ 77291 h 3828006"/>
                <a:gd name="connsiteX241" fmla="*/ 3135466 w 6357997"/>
                <a:gd name="connsiteY241" fmla="*/ 89296 h 3828006"/>
                <a:gd name="connsiteX242" fmla="*/ 3147891 w 6357997"/>
                <a:gd name="connsiteY242" fmla="*/ 101996 h 3828006"/>
                <a:gd name="connsiteX243" fmla="*/ 3160379 w 6357997"/>
                <a:gd name="connsiteY243" fmla="*/ 115490 h 3828006"/>
                <a:gd name="connsiteX244" fmla="*/ 3172804 w 6357997"/>
                <a:gd name="connsiteY244" fmla="*/ 129678 h 3828006"/>
                <a:gd name="connsiteX245" fmla="*/ 3185242 w 6357997"/>
                <a:gd name="connsiteY245" fmla="*/ 144661 h 3828006"/>
                <a:gd name="connsiteX246" fmla="*/ 3197667 w 6357997"/>
                <a:gd name="connsiteY246" fmla="*/ 160536 h 3828006"/>
                <a:gd name="connsiteX247" fmla="*/ 3210104 w 6357997"/>
                <a:gd name="connsiteY247" fmla="*/ 177006 h 3828006"/>
                <a:gd name="connsiteX248" fmla="*/ 3222580 w 6357997"/>
                <a:gd name="connsiteY248" fmla="*/ 194170 h 3828006"/>
                <a:gd name="connsiteX249" fmla="*/ 3235005 w 6357997"/>
                <a:gd name="connsiteY249" fmla="*/ 211931 h 3828006"/>
                <a:gd name="connsiteX250" fmla="*/ 3247443 w 6357997"/>
                <a:gd name="connsiteY250" fmla="*/ 230534 h 3828006"/>
                <a:gd name="connsiteX251" fmla="*/ 3259868 w 6357997"/>
                <a:gd name="connsiteY251" fmla="*/ 249683 h 3828006"/>
                <a:gd name="connsiteX252" fmla="*/ 3272356 w 6357997"/>
                <a:gd name="connsiteY252" fmla="*/ 269377 h 3828006"/>
                <a:gd name="connsiteX253" fmla="*/ 3284781 w 6357997"/>
                <a:gd name="connsiteY253" fmla="*/ 289570 h 3828006"/>
                <a:gd name="connsiteX254" fmla="*/ 3297219 w 6357997"/>
                <a:gd name="connsiteY254" fmla="*/ 310309 h 3828006"/>
                <a:gd name="connsiteX255" fmla="*/ 3309644 w 6357997"/>
                <a:gd name="connsiteY255" fmla="*/ 331594 h 3828006"/>
                <a:gd name="connsiteX256" fmla="*/ 3322119 w 6357997"/>
                <a:gd name="connsiteY256" fmla="*/ 353273 h 3828006"/>
                <a:gd name="connsiteX257" fmla="*/ 3334557 w 6357997"/>
                <a:gd name="connsiteY257" fmla="*/ 375244 h 3828006"/>
                <a:gd name="connsiteX258" fmla="*/ 3346982 w 6357997"/>
                <a:gd name="connsiteY258" fmla="*/ 397622 h 3828006"/>
                <a:gd name="connsiteX259" fmla="*/ 3359420 w 6357997"/>
                <a:gd name="connsiteY259" fmla="*/ 420342 h 3828006"/>
                <a:gd name="connsiteX260" fmla="*/ 3371845 w 6357997"/>
                <a:gd name="connsiteY260" fmla="*/ 443304 h 3828006"/>
                <a:gd name="connsiteX261" fmla="*/ 3384333 w 6357997"/>
                <a:gd name="connsiteY261" fmla="*/ 466481 h 3828006"/>
                <a:gd name="connsiteX262" fmla="*/ 3396758 w 6357997"/>
                <a:gd name="connsiteY262" fmla="*/ 489798 h 3828006"/>
                <a:gd name="connsiteX263" fmla="*/ 3409195 w 6357997"/>
                <a:gd name="connsiteY263" fmla="*/ 513255 h 3828006"/>
                <a:gd name="connsiteX264" fmla="*/ 3421621 w 6357997"/>
                <a:gd name="connsiteY264" fmla="*/ 536826 h 3828006"/>
                <a:gd name="connsiteX265" fmla="*/ 3434109 w 6357997"/>
                <a:gd name="connsiteY265" fmla="*/ 560385 h 3828006"/>
                <a:gd name="connsiteX266" fmla="*/ 3446534 w 6357997"/>
                <a:gd name="connsiteY266" fmla="*/ 584007 h 3828006"/>
                <a:gd name="connsiteX267" fmla="*/ 3458959 w 6357997"/>
                <a:gd name="connsiteY267" fmla="*/ 607565 h 3828006"/>
                <a:gd name="connsiteX268" fmla="*/ 3471397 w 6357997"/>
                <a:gd name="connsiteY268" fmla="*/ 631086 h 3828006"/>
                <a:gd name="connsiteX269" fmla="*/ 3483822 w 6357997"/>
                <a:gd name="connsiteY269" fmla="*/ 654492 h 3828006"/>
                <a:gd name="connsiteX270" fmla="*/ 3496310 w 6357997"/>
                <a:gd name="connsiteY270" fmla="*/ 677809 h 3828006"/>
                <a:gd name="connsiteX271" fmla="*/ 3508735 w 6357997"/>
                <a:gd name="connsiteY271" fmla="*/ 701025 h 3828006"/>
                <a:gd name="connsiteX272" fmla="*/ 3521172 w 6357997"/>
                <a:gd name="connsiteY272" fmla="*/ 724050 h 3828006"/>
                <a:gd name="connsiteX273" fmla="*/ 3533598 w 6357997"/>
                <a:gd name="connsiteY273" fmla="*/ 746872 h 3828006"/>
                <a:gd name="connsiteX274" fmla="*/ 3546086 w 6357997"/>
                <a:gd name="connsiteY274" fmla="*/ 769541 h 3828006"/>
                <a:gd name="connsiteX275" fmla="*/ 3558511 w 6357997"/>
                <a:gd name="connsiteY275" fmla="*/ 792008 h 3828006"/>
                <a:gd name="connsiteX276" fmla="*/ 3570948 w 6357997"/>
                <a:gd name="connsiteY276" fmla="*/ 814283 h 3828006"/>
                <a:gd name="connsiteX277" fmla="*/ 3583373 w 6357997"/>
                <a:gd name="connsiteY277" fmla="*/ 836318 h 3828006"/>
                <a:gd name="connsiteX278" fmla="*/ 3595849 w 6357997"/>
                <a:gd name="connsiteY278" fmla="*/ 858187 h 3828006"/>
                <a:gd name="connsiteX279" fmla="*/ 3608287 w 6357997"/>
                <a:gd name="connsiteY279" fmla="*/ 879917 h 3828006"/>
                <a:gd name="connsiteX280" fmla="*/ 3620712 w 6357997"/>
                <a:gd name="connsiteY280" fmla="*/ 901456 h 3828006"/>
                <a:gd name="connsiteX281" fmla="*/ 3633149 w 6357997"/>
                <a:gd name="connsiteY281" fmla="*/ 922830 h 3828006"/>
                <a:gd name="connsiteX282" fmla="*/ 3645574 w 6357997"/>
                <a:gd name="connsiteY282" fmla="*/ 944065 h 3828006"/>
                <a:gd name="connsiteX283" fmla="*/ 3658063 w 6357997"/>
                <a:gd name="connsiteY283" fmla="*/ 965198 h 3828006"/>
                <a:gd name="connsiteX284" fmla="*/ 3670488 w 6357997"/>
                <a:gd name="connsiteY284" fmla="*/ 986229 h 3828006"/>
                <a:gd name="connsiteX285" fmla="*/ 3682925 w 6357997"/>
                <a:gd name="connsiteY285" fmla="*/ 1007222 h 3828006"/>
                <a:gd name="connsiteX286" fmla="*/ 3695350 w 6357997"/>
                <a:gd name="connsiteY286" fmla="*/ 1028151 h 3828006"/>
                <a:gd name="connsiteX287" fmla="*/ 3707826 w 6357997"/>
                <a:gd name="connsiteY287" fmla="*/ 1049145 h 3828006"/>
                <a:gd name="connsiteX288" fmla="*/ 3720264 w 6357997"/>
                <a:gd name="connsiteY288" fmla="*/ 1070125 h 3828006"/>
                <a:gd name="connsiteX289" fmla="*/ 3732689 w 6357997"/>
                <a:gd name="connsiteY289" fmla="*/ 1091156 h 3828006"/>
                <a:gd name="connsiteX290" fmla="*/ 3745126 w 6357997"/>
                <a:gd name="connsiteY290" fmla="*/ 1112340 h 3828006"/>
                <a:gd name="connsiteX291" fmla="*/ 3757602 w 6357997"/>
                <a:gd name="connsiteY291" fmla="*/ 1133676 h 3828006"/>
                <a:gd name="connsiteX292" fmla="*/ 3770040 w 6357997"/>
                <a:gd name="connsiteY292" fmla="*/ 1155151 h 3828006"/>
                <a:gd name="connsiteX293" fmla="*/ 3782465 w 6357997"/>
                <a:gd name="connsiteY293" fmla="*/ 1176830 h 3828006"/>
                <a:gd name="connsiteX294" fmla="*/ 3794902 w 6357997"/>
                <a:gd name="connsiteY294" fmla="*/ 1198763 h 3828006"/>
                <a:gd name="connsiteX295" fmla="*/ 3807327 w 6357997"/>
                <a:gd name="connsiteY295" fmla="*/ 1220988 h 3828006"/>
                <a:gd name="connsiteX296" fmla="*/ 3819803 w 6357997"/>
                <a:gd name="connsiteY296" fmla="*/ 1243505 h 3828006"/>
                <a:gd name="connsiteX297" fmla="*/ 3832241 w 6357997"/>
                <a:gd name="connsiteY297" fmla="*/ 1266327 h 3828006"/>
                <a:gd name="connsiteX298" fmla="*/ 3844666 w 6357997"/>
                <a:gd name="connsiteY298" fmla="*/ 1289492 h 3828006"/>
                <a:gd name="connsiteX299" fmla="*/ 3857103 w 6357997"/>
                <a:gd name="connsiteY299" fmla="*/ 1313165 h 3828006"/>
                <a:gd name="connsiteX300" fmla="*/ 3869579 w 6357997"/>
                <a:gd name="connsiteY300" fmla="*/ 1337168 h 3828006"/>
                <a:gd name="connsiteX301" fmla="*/ 3882017 w 6357997"/>
                <a:gd name="connsiteY301" fmla="*/ 1361577 h 3828006"/>
                <a:gd name="connsiteX302" fmla="*/ 3894442 w 6357997"/>
                <a:gd name="connsiteY302" fmla="*/ 1386380 h 3828006"/>
                <a:gd name="connsiteX303" fmla="*/ 3906879 w 6357997"/>
                <a:gd name="connsiteY303" fmla="*/ 1411679 h 3828006"/>
                <a:gd name="connsiteX304" fmla="*/ 3919355 w 6357997"/>
                <a:gd name="connsiteY304" fmla="*/ 1437536 h 3828006"/>
                <a:gd name="connsiteX305" fmla="*/ 3931780 w 6357997"/>
                <a:gd name="connsiteY305" fmla="*/ 1463774 h 3828006"/>
                <a:gd name="connsiteX306" fmla="*/ 3944218 w 6357997"/>
                <a:gd name="connsiteY306" fmla="*/ 1490470 h 3828006"/>
                <a:gd name="connsiteX307" fmla="*/ 3956643 w 6357997"/>
                <a:gd name="connsiteY307" fmla="*/ 1517546 h 3828006"/>
                <a:gd name="connsiteX308" fmla="*/ 3969080 w 6357997"/>
                <a:gd name="connsiteY308" fmla="*/ 1545232 h 3828006"/>
                <a:gd name="connsiteX309" fmla="*/ 3981556 w 6357997"/>
                <a:gd name="connsiteY309" fmla="*/ 1573362 h 3828006"/>
                <a:gd name="connsiteX310" fmla="*/ 3993993 w 6357997"/>
                <a:gd name="connsiteY310" fmla="*/ 1601836 h 3828006"/>
                <a:gd name="connsiteX311" fmla="*/ 4006419 w 6357997"/>
                <a:gd name="connsiteY311" fmla="*/ 1630716 h 3828006"/>
                <a:gd name="connsiteX312" fmla="*/ 4018856 w 6357997"/>
                <a:gd name="connsiteY312" fmla="*/ 1660027 h 3828006"/>
                <a:gd name="connsiteX313" fmla="*/ 4031332 w 6357997"/>
                <a:gd name="connsiteY313" fmla="*/ 1689745 h 3828006"/>
                <a:gd name="connsiteX314" fmla="*/ 4043757 w 6357997"/>
                <a:gd name="connsiteY314" fmla="*/ 1719806 h 3828006"/>
                <a:gd name="connsiteX315" fmla="*/ 4056195 w 6357997"/>
                <a:gd name="connsiteY315" fmla="*/ 1750121 h 3828006"/>
                <a:gd name="connsiteX316" fmla="*/ 4068620 w 6357997"/>
                <a:gd name="connsiteY316" fmla="*/ 1780677 h 3828006"/>
                <a:gd name="connsiteX317" fmla="*/ 4081057 w 6357997"/>
                <a:gd name="connsiteY317" fmla="*/ 1811589 h 3828006"/>
                <a:gd name="connsiteX318" fmla="*/ 4093533 w 6357997"/>
                <a:gd name="connsiteY318" fmla="*/ 1842640 h 3828006"/>
                <a:gd name="connsiteX319" fmla="*/ 4105970 w 6357997"/>
                <a:gd name="connsiteY319" fmla="*/ 1873844 h 3828006"/>
                <a:gd name="connsiteX320" fmla="*/ 4118396 w 6357997"/>
                <a:gd name="connsiteY320" fmla="*/ 1905150 h 3828006"/>
                <a:gd name="connsiteX321" fmla="*/ 4130833 w 6357997"/>
                <a:gd name="connsiteY321" fmla="*/ 1936506 h 3828006"/>
                <a:gd name="connsiteX322" fmla="*/ 4143309 w 6357997"/>
                <a:gd name="connsiteY322" fmla="*/ 1967901 h 3828006"/>
                <a:gd name="connsiteX323" fmla="*/ 4155734 w 6357997"/>
                <a:gd name="connsiteY323" fmla="*/ 1999257 h 3828006"/>
                <a:gd name="connsiteX324" fmla="*/ 4168171 w 6357997"/>
                <a:gd name="connsiteY324" fmla="*/ 2030562 h 3828006"/>
                <a:gd name="connsiteX325" fmla="*/ 4180597 w 6357997"/>
                <a:gd name="connsiteY325" fmla="*/ 2061715 h 3828006"/>
                <a:gd name="connsiteX326" fmla="*/ 4193085 w 6357997"/>
                <a:gd name="connsiteY326" fmla="*/ 2092678 h 3828006"/>
                <a:gd name="connsiteX327" fmla="*/ 4205510 w 6357997"/>
                <a:gd name="connsiteY327" fmla="*/ 2123374 h 3828006"/>
                <a:gd name="connsiteX328" fmla="*/ 4217947 w 6357997"/>
                <a:gd name="connsiteY328" fmla="*/ 2153892 h 3828006"/>
                <a:gd name="connsiteX329" fmla="*/ 4230373 w 6357997"/>
                <a:gd name="connsiteY329" fmla="*/ 2184055 h 3828006"/>
                <a:gd name="connsiteX330" fmla="*/ 4242810 w 6357997"/>
                <a:gd name="connsiteY330" fmla="*/ 2213773 h 3828006"/>
                <a:gd name="connsiteX331" fmla="*/ 4255286 w 6357997"/>
                <a:gd name="connsiteY331" fmla="*/ 2243084 h 3828006"/>
                <a:gd name="connsiteX332" fmla="*/ 4267723 w 6357997"/>
                <a:gd name="connsiteY332" fmla="*/ 2271964 h 3828006"/>
                <a:gd name="connsiteX333" fmla="*/ 4280149 w 6357997"/>
                <a:gd name="connsiteY333" fmla="*/ 2300387 h 3828006"/>
                <a:gd name="connsiteX334" fmla="*/ 4292574 w 6357997"/>
                <a:gd name="connsiteY334" fmla="*/ 2328314 h 3828006"/>
                <a:gd name="connsiteX335" fmla="*/ 4305062 w 6357997"/>
                <a:gd name="connsiteY335" fmla="*/ 2355555 h 3828006"/>
                <a:gd name="connsiteX336" fmla="*/ 4317487 w 6357997"/>
                <a:gd name="connsiteY336" fmla="*/ 2382238 h 3828006"/>
                <a:gd name="connsiteX337" fmla="*/ 4329924 w 6357997"/>
                <a:gd name="connsiteY337" fmla="*/ 2408337 h 3828006"/>
                <a:gd name="connsiteX338" fmla="*/ 4342350 w 6357997"/>
                <a:gd name="connsiteY338" fmla="*/ 2433889 h 3828006"/>
                <a:gd name="connsiteX339" fmla="*/ 4354838 w 6357997"/>
                <a:gd name="connsiteY339" fmla="*/ 2458692 h 3828006"/>
                <a:gd name="connsiteX340" fmla="*/ 4367263 w 6357997"/>
                <a:gd name="connsiteY340" fmla="*/ 2482797 h 3828006"/>
                <a:gd name="connsiteX341" fmla="*/ 4379700 w 6357997"/>
                <a:gd name="connsiteY341" fmla="*/ 2506317 h 3828006"/>
                <a:gd name="connsiteX342" fmla="*/ 4392125 w 6357997"/>
                <a:gd name="connsiteY342" fmla="*/ 2529190 h 3828006"/>
                <a:gd name="connsiteX343" fmla="*/ 4404563 w 6357997"/>
                <a:gd name="connsiteY343" fmla="*/ 2551466 h 3828006"/>
                <a:gd name="connsiteX344" fmla="*/ 4417039 w 6357997"/>
                <a:gd name="connsiteY344" fmla="*/ 2572891 h 3828006"/>
                <a:gd name="connsiteX345" fmla="*/ 4429464 w 6357997"/>
                <a:gd name="connsiteY345" fmla="*/ 2593731 h 3828006"/>
                <a:gd name="connsiteX346" fmla="*/ 4441901 w 6357997"/>
                <a:gd name="connsiteY346" fmla="*/ 2614013 h 3828006"/>
                <a:gd name="connsiteX347" fmla="*/ 4454326 w 6357997"/>
                <a:gd name="connsiteY347" fmla="*/ 2633762 h 3828006"/>
                <a:gd name="connsiteX348" fmla="*/ 4466815 w 6357997"/>
                <a:gd name="connsiteY348" fmla="*/ 2652812 h 3828006"/>
                <a:gd name="connsiteX349" fmla="*/ 4479240 w 6357997"/>
                <a:gd name="connsiteY349" fmla="*/ 2671265 h 3828006"/>
                <a:gd name="connsiteX350" fmla="*/ 4491677 w 6357997"/>
                <a:gd name="connsiteY350" fmla="*/ 2689223 h 3828006"/>
                <a:gd name="connsiteX351" fmla="*/ 4504102 w 6357997"/>
                <a:gd name="connsiteY351" fmla="*/ 2706787 h 3828006"/>
                <a:gd name="connsiteX352" fmla="*/ 4516578 w 6357997"/>
                <a:gd name="connsiteY352" fmla="*/ 2723805 h 3828006"/>
                <a:gd name="connsiteX353" fmla="*/ 4529016 w 6357997"/>
                <a:gd name="connsiteY353" fmla="*/ 2740327 h 3828006"/>
                <a:gd name="connsiteX354" fmla="*/ 4541441 w 6357997"/>
                <a:gd name="connsiteY354" fmla="*/ 2756444 h 3828006"/>
                <a:gd name="connsiteX355" fmla="*/ 4553878 w 6357997"/>
                <a:gd name="connsiteY355" fmla="*/ 2772268 h 3828006"/>
                <a:gd name="connsiteX356" fmla="*/ 4566303 w 6357997"/>
                <a:gd name="connsiteY356" fmla="*/ 2787749 h 3828006"/>
                <a:gd name="connsiteX357" fmla="*/ 4578792 w 6357997"/>
                <a:gd name="connsiteY357" fmla="*/ 2802824 h 3828006"/>
                <a:gd name="connsiteX358" fmla="*/ 4591217 w 6357997"/>
                <a:gd name="connsiteY358" fmla="*/ 2817658 h 3828006"/>
                <a:gd name="connsiteX359" fmla="*/ 4603654 w 6357997"/>
                <a:gd name="connsiteY359" fmla="*/ 2832301 h 3828006"/>
                <a:gd name="connsiteX360" fmla="*/ 4616079 w 6357997"/>
                <a:gd name="connsiteY360" fmla="*/ 2846690 h 3828006"/>
                <a:gd name="connsiteX361" fmla="*/ 4628555 w 6357997"/>
                <a:gd name="connsiteY361" fmla="*/ 2860876 h 3828006"/>
                <a:gd name="connsiteX362" fmla="*/ 4640993 w 6357997"/>
                <a:gd name="connsiteY362" fmla="*/ 2874859 h 3828006"/>
                <a:gd name="connsiteX363" fmla="*/ 4653418 w 6357997"/>
                <a:gd name="connsiteY363" fmla="*/ 2888752 h 3828006"/>
                <a:gd name="connsiteX364" fmla="*/ 4665855 w 6357997"/>
                <a:gd name="connsiteY364" fmla="*/ 2902494 h 3828006"/>
                <a:gd name="connsiteX365" fmla="*/ 4678280 w 6357997"/>
                <a:gd name="connsiteY365" fmla="*/ 2916083 h 3828006"/>
                <a:gd name="connsiteX366" fmla="*/ 4690769 w 6357997"/>
                <a:gd name="connsiteY366" fmla="*/ 2929634 h 3828006"/>
                <a:gd name="connsiteX367" fmla="*/ 4703194 w 6357997"/>
                <a:gd name="connsiteY367" fmla="*/ 2943032 h 3828006"/>
                <a:gd name="connsiteX368" fmla="*/ 4715631 w 6357997"/>
                <a:gd name="connsiteY368" fmla="*/ 2956367 h 3828006"/>
                <a:gd name="connsiteX369" fmla="*/ 4728056 w 6357997"/>
                <a:gd name="connsiteY369" fmla="*/ 2969613 h 3828006"/>
                <a:gd name="connsiteX370" fmla="*/ 4740544 w 6357997"/>
                <a:gd name="connsiteY370" fmla="*/ 2982809 h 3828006"/>
                <a:gd name="connsiteX371" fmla="*/ 4752970 w 6357997"/>
                <a:gd name="connsiteY371" fmla="*/ 2995915 h 3828006"/>
                <a:gd name="connsiteX372" fmla="*/ 4765395 w 6357997"/>
                <a:gd name="connsiteY372" fmla="*/ 3008958 h 3828006"/>
                <a:gd name="connsiteX373" fmla="*/ 4777832 w 6357997"/>
                <a:gd name="connsiteY373" fmla="*/ 3021899 h 3828006"/>
                <a:gd name="connsiteX374" fmla="*/ 4790308 w 6357997"/>
                <a:gd name="connsiteY374" fmla="*/ 3034802 h 3828006"/>
                <a:gd name="connsiteX375" fmla="*/ 4802745 w 6357997"/>
                <a:gd name="connsiteY375" fmla="*/ 3047604 h 3828006"/>
                <a:gd name="connsiteX376" fmla="*/ 4815171 w 6357997"/>
                <a:gd name="connsiteY376" fmla="*/ 3060304 h 3828006"/>
                <a:gd name="connsiteX377" fmla="*/ 4827608 w 6357997"/>
                <a:gd name="connsiteY377" fmla="*/ 3072902 h 3828006"/>
                <a:gd name="connsiteX378" fmla="*/ 4840033 w 6357997"/>
                <a:gd name="connsiteY378" fmla="*/ 3085399 h 3828006"/>
                <a:gd name="connsiteX379" fmla="*/ 4852521 w 6357997"/>
                <a:gd name="connsiteY379" fmla="*/ 3097807 h 3828006"/>
                <a:gd name="connsiteX380" fmla="*/ 4864947 w 6357997"/>
                <a:gd name="connsiteY380" fmla="*/ 3110062 h 3828006"/>
                <a:gd name="connsiteX381" fmla="*/ 4877372 w 6357997"/>
                <a:gd name="connsiteY381" fmla="*/ 3122216 h 3828006"/>
                <a:gd name="connsiteX382" fmla="*/ 4889809 w 6357997"/>
                <a:gd name="connsiteY382" fmla="*/ 3134218 h 3828006"/>
                <a:gd name="connsiteX383" fmla="*/ 4902285 w 6357997"/>
                <a:gd name="connsiteY383" fmla="*/ 3146080 h 3828006"/>
                <a:gd name="connsiteX384" fmla="*/ 4914722 w 6357997"/>
                <a:gd name="connsiteY384" fmla="*/ 3157789 h 3828006"/>
                <a:gd name="connsiteX385" fmla="*/ 4927148 w 6357997"/>
                <a:gd name="connsiteY385" fmla="*/ 3169346 h 3828006"/>
                <a:gd name="connsiteX386" fmla="*/ 4939585 w 6357997"/>
                <a:gd name="connsiteY386" fmla="*/ 3180751 h 3828006"/>
                <a:gd name="connsiteX387" fmla="*/ 4952061 w 6357997"/>
                <a:gd name="connsiteY387" fmla="*/ 3192016 h 3828006"/>
                <a:gd name="connsiteX388" fmla="*/ 4964498 w 6357997"/>
                <a:gd name="connsiteY388" fmla="*/ 3203077 h 3828006"/>
                <a:gd name="connsiteX389" fmla="*/ 4976923 w 6357997"/>
                <a:gd name="connsiteY389" fmla="*/ 3213948 h 3828006"/>
                <a:gd name="connsiteX390" fmla="*/ 4989349 w 6357997"/>
                <a:gd name="connsiteY390" fmla="*/ 3224655 h 3828006"/>
                <a:gd name="connsiteX391" fmla="*/ 5001786 w 6357997"/>
                <a:gd name="connsiteY391" fmla="*/ 3235221 h 3828006"/>
                <a:gd name="connsiteX392" fmla="*/ 5014262 w 6357997"/>
                <a:gd name="connsiteY392" fmla="*/ 3245597 h 3828006"/>
                <a:gd name="connsiteX393" fmla="*/ 5026699 w 6357997"/>
                <a:gd name="connsiteY393" fmla="*/ 3255769 h 3828006"/>
                <a:gd name="connsiteX394" fmla="*/ 5039124 w 6357997"/>
                <a:gd name="connsiteY394" fmla="*/ 3265739 h 3828006"/>
                <a:gd name="connsiteX395" fmla="*/ 5051562 w 6357997"/>
                <a:gd name="connsiteY395" fmla="*/ 3275556 h 3828006"/>
                <a:gd name="connsiteX396" fmla="*/ 5064038 w 6357997"/>
                <a:gd name="connsiteY396" fmla="*/ 3285183 h 3828006"/>
                <a:gd name="connsiteX397" fmla="*/ 5076475 w 6357997"/>
                <a:gd name="connsiteY397" fmla="*/ 3294606 h 3828006"/>
                <a:gd name="connsiteX398" fmla="*/ 5088900 w 6357997"/>
                <a:gd name="connsiteY398" fmla="*/ 3303788 h 3828006"/>
                <a:gd name="connsiteX399" fmla="*/ 5101338 w 6357997"/>
                <a:gd name="connsiteY399" fmla="*/ 3312818 h 3828006"/>
                <a:gd name="connsiteX400" fmla="*/ 5113814 w 6357997"/>
                <a:gd name="connsiteY400" fmla="*/ 3321695 h 3828006"/>
                <a:gd name="connsiteX401" fmla="*/ 5126239 w 6357997"/>
                <a:gd name="connsiteY401" fmla="*/ 3330382 h 3828006"/>
                <a:gd name="connsiteX402" fmla="*/ 5138676 w 6357997"/>
                <a:gd name="connsiteY402" fmla="*/ 3338815 h 3828006"/>
                <a:gd name="connsiteX403" fmla="*/ 5151101 w 6357997"/>
                <a:gd name="connsiteY403" fmla="*/ 3347095 h 3828006"/>
                <a:gd name="connsiteX404" fmla="*/ 5163539 w 6357997"/>
                <a:gd name="connsiteY404" fmla="*/ 3355236 h 3828006"/>
                <a:gd name="connsiteX405" fmla="*/ 5176015 w 6357997"/>
                <a:gd name="connsiteY405" fmla="*/ 3363173 h 3828006"/>
                <a:gd name="connsiteX406" fmla="*/ 5188452 w 6357997"/>
                <a:gd name="connsiteY406" fmla="*/ 3370908 h 3828006"/>
                <a:gd name="connsiteX407" fmla="*/ 5200877 w 6357997"/>
                <a:gd name="connsiteY407" fmla="*/ 3378451 h 3828006"/>
                <a:gd name="connsiteX408" fmla="*/ 5213315 w 6357997"/>
                <a:gd name="connsiteY408" fmla="*/ 3385843 h 3828006"/>
                <a:gd name="connsiteX409" fmla="*/ 5225791 w 6357997"/>
                <a:gd name="connsiteY409" fmla="*/ 3393082 h 3828006"/>
                <a:gd name="connsiteX410" fmla="*/ 5238216 w 6357997"/>
                <a:gd name="connsiteY410" fmla="*/ 3400130 h 3828006"/>
                <a:gd name="connsiteX411" fmla="*/ 5250653 w 6357997"/>
                <a:gd name="connsiteY411" fmla="*/ 3407026 h 3828006"/>
                <a:gd name="connsiteX412" fmla="*/ 5263078 w 6357997"/>
                <a:gd name="connsiteY412" fmla="*/ 3413821 h 3828006"/>
                <a:gd name="connsiteX413" fmla="*/ 5275516 w 6357997"/>
                <a:gd name="connsiteY413" fmla="*/ 3420463 h 3828006"/>
                <a:gd name="connsiteX414" fmla="*/ 5287992 w 6357997"/>
                <a:gd name="connsiteY414" fmla="*/ 3426966 h 3828006"/>
                <a:gd name="connsiteX415" fmla="*/ 5300429 w 6357997"/>
                <a:gd name="connsiteY415" fmla="*/ 3433366 h 3828006"/>
                <a:gd name="connsiteX416" fmla="*/ 5312854 w 6357997"/>
                <a:gd name="connsiteY416" fmla="*/ 3439666 h 3828006"/>
                <a:gd name="connsiteX417" fmla="*/ 5325292 w 6357997"/>
                <a:gd name="connsiteY417" fmla="*/ 3445863 h 3828006"/>
                <a:gd name="connsiteX418" fmla="*/ 5337768 w 6357997"/>
                <a:gd name="connsiteY418" fmla="*/ 3451972 h 3828006"/>
                <a:gd name="connsiteX419" fmla="*/ 5350193 w 6357997"/>
                <a:gd name="connsiteY419" fmla="*/ 3458017 h 3828006"/>
                <a:gd name="connsiteX420" fmla="*/ 5375055 w 6357997"/>
                <a:gd name="connsiteY420" fmla="*/ 3470031 h 3828006"/>
                <a:gd name="connsiteX421" fmla="*/ 5387543 w 6357997"/>
                <a:gd name="connsiteY421" fmla="*/ 3475975 h 3828006"/>
                <a:gd name="connsiteX422" fmla="*/ 5424831 w 6357997"/>
                <a:gd name="connsiteY422" fmla="*/ 3493844 h 3828006"/>
                <a:gd name="connsiteX423" fmla="*/ 5437269 w 6357997"/>
                <a:gd name="connsiteY423" fmla="*/ 3499838 h 3828006"/>
                <a:gd name="connsiteX424" fmla="*/ 5449745 w 6357997"/>
                <a:gd name="connsiteY424" fmla="*/ 3505896 h 3828006"/>
                <a:gd name="connsiteX425" fmla="*/ 5462170 w 6357997"/>
                <a:gd name="connsiteY425" fmla="*/ 3511941 h 3828006"/>
                <a:gd name="connsiteX426" fmla="*/ 5474607 w 6357997"/>
                <a:gd name="connsiteY426" fmla="*/ 3518151 h 3828006"/>
                <a:gd name="connsiteX427" fmla="*/ 5487032 w 6357997"/>
                <a:gd name="connsiteY427" fmla="*/ 3524400 h 3828006"/>
                <a:gd name="connsiteX428" fmla="*/ 5499520 w 6357997"/>
                <a:gd name="connsiteY428" fmla="*/ 3530699 h 3828006"/>
                <a:gd name="connsiteX429" fmla="*/ 5511946 w 6357997"/>
                <a:gd name="connsiteY429" fmla="*/ 3537100 h 3828006"/>
                <a:gd name="connsiteX430" fmla="*/ 5524383 w 6357997"/>
                <a:gd name="connsiteY430" fmla="*/ 3543653 h 3828006"/>
                <a:gd name="connsiteX431" fmla="*/ 5536808 w 6357997"/>
                <a:gd name="connsiteY431" fmla="*/ 3550244 h 3828006"/>
                <a:gd name="connsiteX432" fmla="*/ 5549296 w 6357997"/>
                <a:gd name="connsiteY432" fmla="*/ 3556988 h 3828006"/>
                <a:gd name="connsiteX433" fmla="*/ 5561721 w 6357997"/>
                <a:gd name="connsiteY433" fmla="*/ 3563783 h 3828006"/>
                <a:gd name="connsiteX434" fmla="*/ 5574159 w 6357997"/>
                <a:gd name="connsiteY434" fmla="*/ 3570679 h 3828006"/>
                <a:gd name="connsiteX435" fmla="*/ 5586584 w 6357997"/>
                <a:gd name="connsiteY435" fmla="*/ 3577727 h 3828006"/>
                <a:gd name="connsiteX436" fmla="*/ 5599009 w 6357997"/>
                <a:gd name="connsiteY436" fmla="*/ 3584826 h 3828006"/>
                <a:gd name="connsiteX437" fmla="*/ 5611497 w 6357997"/>
                <a:gd name="connsiteY437" fmla="*/ 3592015 h 3828006"/>
                <a:gd name="connsiteX438" fmla="*/ 5623922 w 6357997"/>
                <a:gd name="connsiteY438" fmla="*/ 3599254 h 3828006"/>
                <a:gd name="connsiteX439" fmla="*/ 5648785 w 6357997"/>
                <a:gd name="connsiteY439" fmla="*/ 3614049 h 3828006"/>
                <a:gd name="connsiteX440" fmla="*/ 5661273 w 6357997"/>
                <a:gd name="connsiteY440" fmla="*/ 3621530 h 3828006"/>
                <a:gd name="connsiteX441" fmla="*/ 5686136 w 6357997"/>
                <a:gd name="connsiteY441" fmla="*/ 3636516 h 3828006"/>
                <a:gd name="connsiteX442" fmla="*/ 5698561 w 6357997"/>
                <a:gd name="connsiteY442" fmla="*/ 3644059 h 3828006"/>
                <a:gd name="connsiteX443" fmla="*/ 5711037 w 6357997"/>
                <a:gd name="connsiteY443" fmla="*/ 3651603 h 3828006"/>
                <a:gd name="connsiteX444" fmla="*/ 5723474 w 6357997"/>
                <a:gd name="connsiteY444" fmla="*/ 3659134 h 3828006"/>
                <a:gd name="connsiteX445" fmla="*/ 5748337 w 6357997"/>
                <a:gd name="connsiteY445" fmla="*/ 3674019 h 3828006"/>
                <a:gd name="connsiteX446" fmla="*/ 5760762 w 6357997"/>
                <a:gd name="connsiteY446" fmla="*/ 3681359 h 3828006"/>
                <a:gd name="connsiteX447" fmla="*/ 5773250 w 6357997"/>
                <a:gd name="connsiteY447" fmla="*/ 3688649 h 3828006"/>
                <a:gd name="connsiteX448" fmla="*/ 5785675 w 6357997"/>
                <a:gd name="connsiteY448" fmla="*/ 3695850 h 3828006"/>
                <a:gd name="connsiteX449" fmla="*/ 5798113 w 6357997"/>
                <a:gd name="connsiteY449" fmla="*/ 3702949 h 3828006"/>
                <a:gd name="connsiteX450" fmla="*/ 5810538 w 6357997"/>
                <a:gd name="connsiteY450" fmla="*/ 3709833 h 3828006"/>
                <a:gd name="connsiteX451" fmla="*/ 5823014 w 6357997"/>
                <a:gd name="connsiteY451" fmla="*/ 3716640 h 3828006"/>
                <a:gd name="connsiteX452" fmla="*/ 5835451 w 6357997"/>
                <a:gd name="connsiteY452" fmla="*/ 3723282 h 3828006"/>
                <a:gd name="connsiteX453" fmla="*/ 5847876 w 6357997"/>
                <a:gd name="connsiteY453" fmla="*/ 3729784 h 3828006"/>
                <a:gd name="connsiteX454" fmla="*/ 5860314 w 6357997"/>
                <a:gd name="connsiteY454" fmla="*/ 3736033 h 3828006"/>
                <a:gd name="connsiteX455" fmla="*/ 5872739 w 6357997"/>
                <a:gd name="connsiteY455" fmla="*/ 3742129 h 3828006"/>
                <a:gd name="connsiteX456" fmla="*/ 5885227 w 6357997"/>
                <a:gd name="connsiteY456" fmla="*/ 3748034 h 3828006"/>
                <a:gd name="connsiteX457" fmla="*/ 5897652 w 6357997"/>
                <a:gd name="connsiteY457" fmla="*/ 3753749 h 3828006"/>
                <a:gd name="connsiteX458" fmla="*/ 5910090 w 6357997"/>
                <a:gd name="connsiteY458" fmla="*/ 3759147 h 3828006"/>
                <a:gd name="connsiteX459" fmla="*/ 5922515 w 6357997"/>
                <a:gd name="connsiteY459" fmla="*/ 3764354 h 3828006"/>
                <a:gd name="connsiteX460" fmla="*/ 5934991 w 6357997"/>
                <a:gd name="connsiteY460" fmla="*/ 3769370 h 3828006"/>
                <a:gd name="connsiteX461" fmla="*/ 5947429 w 6357997"/>
                <a:gd name="connsiteY461" fmla="*/ 3774133 h 3828006"/>
                <a:gd name="connsiteX462" fmla="*/ 5959853 w 6357997"/>
                <a:gd name="connsiteY462" fmla="*/ 3778692 h 3828006"/>
                <a:gd name="connsiteX463" fmla="*/ 5972291 w 6357997"/>
                <a:gd name="connsiteY463" fmla="*/ 3782909 h 3828006"/>
                <a:gd name="connsiteX464" fmla="*/ 5984766 w 6357997"/>
                <a:gd name="connsiteY464" fmla="*/ 3786934 h 3828006"/>
                <a:gd name="connsiteX465" fmla="*/ 5997204 w 6357997"/>
                <a:gd name="connsiteY465" fmla="*/ 3790757 h 3828006"/>
                <a:gd name="connsiteX466" fmla="*/ 6009629 w 6357997"/>
                <a:gd name="connsiteY466" fmla="*/ 3794326 h 3828006"/>
                <a:gd name="connsiteX467" fmla="*/ 6022067 w 6357997"/>
                <a:gd name="connsiteY467" fmla="*/ 3797602 h 3828006"/>
                <a:gd name="connsiteX468" fmla="*/ 6034491 w 6357997"/>
                <a:gd name="connsiteY468" fmla="*/ 3800676 h 3828006"/>
                <a:gd name="connsiteX469" fmla="*/ 6046967 w 6357997"/>
                <a:gd name="connsiteY469" fmla="*/ 3803495 h 3828006"/>
                <a:gd name="connsiteX470" fmla="*/ 6059405 w 6357997"/>
                <a:gd name="connsiteY470" fmla="*/ 3806124 h 3828006"/>
                <a:gd name="connsiteX471" fmla="*/ 6071830 w 6357997"/>
                <a:gd name="connsiteY471" fmla="*/ 3808562 h 3828006"/>
                <a:gd name="connsiteX472" fmla="*/ 6084268 w 6357997"/>
                <a:gd name="connsiteY472" fmla="*/ 3810747 h 3828006"/>
                <a:gd name="connsiteX473" fmla="*/ 6096744 w 6357997"/>
                <a:gd name="connsiteY473" fmla="*/ 3812728 h 3828006"/>
                <a:gd name="connsiteX474" fmla="*/ 6109181 w 6357997"/>
                <a:gd name="connsiteY474" fmla="*/ 3814569 h 3828006"/>
                <a:gd name="connsiteX475" fmla="*/ 6121606 w 6357997"/>
                <a:gd name="connsiteY475" fmla="*/ 3816195 h 3828006"/>
                <a:gd name="connsiteX476" fmla="*/ 6134044 w 6357997"/>
                <a:gd name="connsiteY476" fmla="*/ 3817643 h 3828006"/>
                <a:gd name="connsiteX477" fmla="*/ 6146519 w 6357997"/>
                <a:gd name="connsiteY477" fmla="*/ 3818977 h 3828006"/>
                <a:gd name="connsiteX478" fmla="*/ 6158945 w 6357997"/>
                <a:gd name="connsiteY478" fmla="*/ 3820119 h 3828006"/>
                <a:gd name="connsiteX479" fmla="*/ 6171382 w 6357997"/>
                <a:gd name="connsiteY479" fmla="*/ 3821161 h 3828006"/>
                <a:gd name="connsiteX480" fmla="*/ 6183807 w 6357997"/>
                <a:gd name="connsiteY480" fmla="*/ 3822050 h 3828006"/>
                <a:gd name="connsiteX481" fmla="*/ 6196245 w 6357997"/>
                <a:gd name="connsiteY481" fmla="*/ 3822850 h 3828006"/>
                <a:gd name="connsiteX482" fmla="*/ 6208720 w 6357997"/>
                <a:gd name="connsiteY482" fmla="*/ 3823548 h 3828006"/>
                <a:gd name="connsiteX483" fmla="*/ 6221158 w 6357997"/>
                <a:gd name="connsiteY483" fmla="*/ 3824184 h 3828006"/>
                <a:gd name="connsiteX484" fmla="*/ 6246021 w 6357997"/>
                <a:gd name="connsiteY484" fmla="*/ 3825174 h 3828006"/>
                <a:gd name="connsiteX485" fmla="*/ 6258496 w 6357997"/>
                <a:gd name="connsiteY485" fmla="*/ 3825580 h 3828006"/>
                <a:gd name="connsiteX486" fmla="*/ 6283359 w 6357997"/>
                <a:gd name="connsiteY486" fmla="*/ 3826266 h 3828006"/>
                <a:gd name="connsiteX487" fmla="*/ 6295784 w 6357997"/>
                <a:gd name="connsiteY487" fmla="*/ 3826571 h 3828006"/>
                <a:gd name="connsiteX488" fmla="*/ 6308273 w 6357997"/>
                <a:gd name="connsiteY488" fmla="*/ 3826863 h 3828006"/>
                <a:gd name="connsiteX489" fmla="*/ 6320697 w 6357997"/>
                <a:gd name="connsiteY489" fmla="*/ 3827168 h 3828006"/>
                <a:gd name="connsiteX490" fmla="*/ 6333135 w 6357997"/>
                <a:gd name="connsiteY490" fmla="*/ 3827409 h 3828006"/>
                <a:gd name="connsiteX491" fmla="*/ 6357998 w 6357997"/>
                <a:gd name="connsiteY491" fmla="*/ 3828006 h 3828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</a:cxnLst>
              <a:rect l="l" t="t" r="r" b="b"/>
              <a:pathLst>
                <a:path w="6357997" h="3828006">
                  <a:moveTo>
                    <a:pt x="0" y="3778451"/>
                  </a:moveTo>
                  <a:lnTo>
                    <a:pt x="12480" y="3775466"/>
                  </a:lnTo>
                  <a:lnTo>
                    <a:pt x="49772" y="3766538"/>
                  </a:lnTo>
                  <a:lnTo>
                    <a:pt x="62203" y="3763617"/>
                  </a:lnTo>
                  <a:lnTo>
                    <a:pt x="74684" y="3760633"/>
                  </a:lnTo>
                  <a:lnTo>
                    <a:pt x="87114" y="3757762"/>
                  </a:lnTo>
                  <a:lnTo>
                    <a:pt x="99546" y="3754829"/>
                  </a:lnTo>
                  <a:lnTo>
                    <a:pt x="111977" y="3751959"/>
                  </a:lnTo>
                  <a:lnTo>
                    <a:pt x="124458" y="3749076"/>
                  </a:lnTo>
                  <a:lnTo>
                    <a:pt x="136888" y="3746256"/>
                  </a:lnTo>
                  <a:lnTo>
                    <a:pt x="149319" y="3743373"/>
                  </a:lnTo>
                  <a:lnTo>
                    <a:pt x="161750" y="3740541"/>
                  </a:lnTo>
                  <a:lnTo>
                    <a:pt x="174230" y="3737773"/>
                  </a:lnTo>
                  <a:lnTo>
                    <a:pt x="186661" y="3734890"/>
                  </a:lnTo>
                  <a:lnTo>
                    <a:pt x="199093" y="3732058"/>
                  </a:lnTo>
                  <a:lnTo>
                    <a:pt x="223954" y="3726305"/>
                  </a:lnTo>
                  <a:lnTo>
                    <a:pt x="236435" y="3723333"/>
                  </a:lnTo>
                  <a:lnTo>
                    <a:pt x="248866" y="3720310"/>
                  </a:lnTo>
                  <a:lnTo>
                    <a:pt x="261296" y="3717186"/>
                  </a:lnTo>
                  <a:lnTo>
                    <a:pt x="273727" y="3714011"/>
                  </a:lnTo>
                  <a:lnTo>
                    <a:pt x="286208" y="3710684"/>
                  </a:lnTo>
                  <a:lnTo>
                    <a:pt x="298638" y="3707204"/>
                  </a:lnTo>
                  <a:lnTo>
                    <a:pt x="311069" y="3703584"/>
                  </a:lnTo>
                  <a:lnTo>
                    <a:pt x="323501" y="3699812"/>
                  </a:lnTo>
                  <a:lnTo>
                    <a:pt x="335982" y="3695799"/>
                  </a:lnTo>
                  <a:lnTo>
                    <a:pt x="348412" y="3691634"/>
                  </a:lnTo>
                  <a:lnTo>
                    <a:pt x="360843" y="3687163"/>
                  </a:lnTo>
                  <a:lnTo>
                    <a:pt x="373274" y="3682452"/>
                  </a:lnTo>
                  <a:lnTo>
                    <a:pt x="385704" y="3677498"/>
                  </a:lnTo>
                  <a:lnTo>
                    <a:pt x="398185" y="3672279"/>
                  </a:lnTo>
                  <a:lnTo>
                    <a:pt x="410616" y="3666678"/>
                  </a:lnTo>
                  <a:lnTo>
                    <a:pt x="423046" y="3660773"/>
                  </a:lnTo>
                  <a:lnTo>
                    <a:pt x="435478" y="3654524"/>
                  </a:lnTo>
                  <a:lnTo>
                    <a:pt x="447959" y="3647971"/>
                  </a:lnTo>
                  <a:lnTo>
                    <a:pt x="460390" y="3641075"/>
                  </a:lnTo>
                  <a:lnTo>
                    <a:pt x="472820" y="3633734"/>
                  </a:lnTo>
                  <a:lnTo>
                    <a:pt x="485251" y="3626051"/>
                  </a:lnTo>
                  <a:lnTo>
                    <a:pt x="497682" y="3618012"/>
                  </a:lnTo>
                  <a:lnTo>
                    <a:pt x="510162" y="3609630"/>
                  </a:lnTo>
                  <a:lnTo>
                    <a:pt x="522593" y="3600803"/>
                  </a:lnTo>
                  <a:lnTo>
                    <a:pt x="535025" y="3591570"/>
                  </a:lnTo>
                  <a:lnTo>
                    <a:pt x="547455" y="3582045"/>
                  </a:lnTo>
                  <a:lnTo>
                    <a:pt x="559935" y="3572228"/>
                  </a:lnTo>
                  <a:lnTo>
                    <a:pt x="572367" y="3561954"/>
                  </a:lnTo>
                  <a:lnTo>
                    <a:pt x="584798" y="3551337"/>
                  </a:lnTo>
                  <a:lnTo>
                    <a:pt x="597228" y="3540478"/>
                  </a:lnTo>
                  <a:lnTo>
                    <a:pt x="609709" y="3529315"/>
                  </a:lnTo>
                  <a:lnTo>
                    <a:pt x="622140" y="3517847"/>
                  </a:lnTo>
                  <a:lnTo>
                    <a:pt x="634570" y="3506099"/>
                  </a:lnTo>
                  <a:lnTo>
                    <a:pt x="647002" y="3494085"/>
                  </a:lnTo>
                  <a:lnTo>
                    <a:pt x="659433" y="3481880"/>
                  </a:lnTo>
                  <a:lnTo>
                    <a:pt x="671912" y="3469485"/>
                  </a:lnTo>
                  <a:lnTo>
                    <a:pt x="684344" y="3456874"/>
                  </a:lnTo>
                  <a:lnTo>
                    <a:pt x="696775" y="3444136"/>
                  </a:lnTo>
                  <a:lnTo>
                    <a:pt x="709210" y="3431284"/>
                  </a:lnTo>
                  <a:lnTo>
                    <a:pt x="721686" y="3418279"/>
                  </a:lnTo>
                  <a:lnTo>
                    <a:pt x="734123" y="3405185"/>
                  </a:lnTo>
                  <a:lnTo>
                    <a:pt x="758973" y="3378794"/>
                  </a:lnTo>
                  <a:lnTo>
                    <a:pt x="771462" y="3365498"/>
                  </a:lnTo>
                  <a:lnTo>
                    <a:pt x="783887" y="3352201"/>
                  </a:lnTo>
                  <a:lnTo>
                    <a:pt x="821187" y="3312170"/>
                  </a:lnTo>
                  <a:lnTo>
                    <a:pt x="833663" y="3298772"/>
                  </a:lnTo>
                  <a:lnTo>
                    <a:pt x="846100" y="3285424"/>
                  </a:lnTo>
                  <a:lnTo>
                    <a:pt x="858525" y="3272038"/>
                  </a:lnTo>
                  <a:lnTo>
                    <a:pt x="870950" y="3258691"/>
                  </a:lnTo>
                  <a:lnTo>
                    <a:pt x="883439" y="3245292"/>
                  </a:lnTo>
                  <a:lnTo>
                    <a:pt x="908301" y="3218406"/>
                  </a:lnTo>
                  <a:lnTo>
                    <a:pt x="920726" y="3204919"/>
                  </a:lnTo>
                  <a:lnTo>
                    <a:pt x="933215" y="3191317"/>
                  </a:lnTo>
                  <a:lnTo>
                    <a:pt x="945640" y="3177677"/>
                  </a:lnTo>
                  <a:lnTo>
                    <a:pt x="958077" y="3163987"/>
                  </a:lnTo>
                  <a:lnTo>
                    <a:pt x="970502" y="3150093"/>
                  </a:lnTo>
                  <a:lnTo>
                    <a:pt x="982927" y="3136110"/>
                  </a:lnTo>
                  <a:lnTo>
                    <a:pt x="995416" y="3122013"/>
                  </a:lnTo>
                  <a:lnTo>
                    <a:pt x="1007841" y="3107777"/>
                  </a:lnTo>
                  <a:lnTo>
                    <a:pt x="1020278" y="3093298"/>
                  </a:lnTo>
                  <a:lnTo>
                    <a:pt x="1032703" y="3078605"/>
                  </a:lnTo>
                  <a:lnTo>
                    <a:pt x="1045192" y="3063720"/>
                  </a:lnTo>
                  <a:lnTo>
                    <a:pt x="1057617" y="3048645"/>
                  </a:lnTo>
                  <a:lnTo>
                    <a:pt x="1070054" y="3033316"/>
                  </a:lnTo>
                  <a:lnTo>
                    <a:pt x="1082479" y="3017683"/>
                  </a:lnTo>
                  <a:lnTo>
                    <a:pt x="1094917" y="3001808"/>
                  </a:lnTo>
                  <a:lnTo>
                    <a:pt x="1107393" y="2985641"/>
                  </a:lnTo>
                  <a:lnTo>
                    <a:pt x="1119817" y="2969270"/>
                  </a:lnTo>
                  <a:lnTo>
                    <a:pt x="1132255" y="2952506"/>
                  </a:lnTo>
                  <a:lnTo>
                    <a:pt x="1144680" y="2935488"/>
                  </a:lnTo>
                  <a:lnTo>
                    <a:pt x="1157168" y="2918178"/>
                  </a:lnTo>
                  <a:lnTo>
                    <a:pt x="1169594" y="2900614"/>
                  </a:lnTo>
                  <a:lnTo>
                    <a:pt x="1182031" y="2882707"/>
                  </a:lnTo>
                  <a:lnTo>
                    <a:pt x="1194456" y="2864495"/>
                  </a:lnTo>
                  <a:lnTo>
                    <a:pt x="1206932" y="2846042"/>
                  </a:lnTo>
                  <a:lnTo>
                    <a:pt x="1219369" y="2827284"/>
                  </a:lnTo>
                  <a:lnTo>
                    <a:pt x="1231794" y="2808285"/>
                  </a:lnTo>
                  <a:lnTo>
                    <a:pt x="1244232" y="2788943"/>
                  </a:lnTo>
                  <a:lnTo>
                    <a:pt x="1256657" y="2769398"/>
                  </a:lnTo>
                  <a:lnTo>
                    <a:pt x="1269145" y="2749598"/>
                  </a:lnTo>
                  <a:lnTo>
                    <a:pt x="1281571" y="2729609"/>
                  </a:lnTo>
                  <a:lnTo>
                    <a:pt x="1294008" y="2709314"/>
                  </a:lnTo>
                  <a:lnTo>
                    <a:pt x="1306433" y="2688880"/>
                  </a:lnTo>
                  <a:lnTo>
                    <a:pt x="1318909" y="2668191"/>
                  </a:lnTo>
                  <a:lnTo>
                    <a:pt x="1331346" y="2647402"/>
                  </a:lnTo>
                  <a:lnTo>
                    <a:pt x="1343771" y="2626421"/>
                  </a:lnTo>
                  <a:lnTo>
                    <a:pt x="1356209" y="2605288"/>
                  </a:lnTo>
                  <a:lnTo>
                    <a:pt x="1368685" y="2584003"/>
                  </a:lnTo>
                  <a:lnTo>
                    <a:pt x="1381122" y="2562667"/>
                  </a:lnTo>
                  <a:lnTo>
                    <a:pt x="1393547" y="2541191"/>
                  </a:lnTo>
                  <a:lnTo>
                    <a:pt x="1405985" y="2519665"/>
                  </a:lnTo>
                  <a:lnTo>
                    <a:pt x="1418410" y="2498075"/>
                  </a:lnTo>
                  <a:lnTo>
                    <a:pt x="1430898" y="2476447"/>
                  </a:lnTo>
                  <a:lnTo>
                    <a:pt x="1443323" y="2454819"/>
                  </a:lnTo>
                  <a:lnTo>
                    <a:pt x="1468186" y="2411664"/>
                  </a:lnTo>
                  <a:lnTo>
                    <a:pt x="1480662" y="2390125"/>
                  </a:lnTo>
                  <a:lnTo>
                    <a:pt x="1493099" y="2368700"/>
                  </a:lnTo>
                  <a:lnTo>
                    <a:pt x="1505524" y="2347364"/>
                  </a:lnTo>
                  <a:lnTo>
                    <a:pt x="1517962" y="2326180"/>
                  </a:lnTo>
                  <a:lnTo>
                    <a:pt x="1530438" y="2305149"/>
                  </a:lnTo>
                  <a:lnTo>
                    <a:pt x="1542875" y="2284309"/>
                  </a:lnTo>
                  <a:lnTo>
                    <a:pt x="1555300" y="2263620"/>
                  </a:lnTo>
                  <a:lnTo>
                    <a:pt x="1567738" y="2243186"/>
                  </a:lnTo>
                  <a:lnTo>
                    <a:pt x="1580163" y="2223044"/>
                  </a:lnTo>
                  <a:lnTo>
                    <a:pt x="1592639" y="2203206"/>
                  </a:lnTo>
                  <a:lnTo>
                    <a:pt x="1605076" y="2183610"/>
                  </a:lnTo>
                  <a:lnTo>
                    <a:pt x="1617501" y="2164255"/>
                  </a:lnTo>
                  <a:lnTo>
                    <a:pt x="1629939" y="2145358"/>
                  </a:lnTo>
                  <a:lnTo>
                    <a:pt x="1642415" y="2126752"/>
                  </a:lnTo>
                  <a:lnTo>
                    <a:pt x="1654852" y="2108502"/>
                  </a:lnTo>
                  <a:lnTo>
                    <a:pt x="1667277" y="2090583"/>
                  </a:lnTo>
                  <a:lnTo>
                    <a:pt x="1679715" y="2073031"/>
                  </a:lnTo>
                  <a:lnTo>
                    <a:pt x="1692140" y="2055912"/>
                  </a:lnTo>
                  <a:lnTo>
                    <a:pt x="1704615" y="2039147"/>
                  </a:lnTo>
                  <a:lnTo>
                    <a:pt x="1717053" y="2022625"/>
                  </a:lnTo>
                  <a:lnTo>
                    <a:pt x="1729478" y="2006445"/>
                  </a:lnTo>
                  <a:lnTo>
                    <a:pt x="1741916" y="1990672"/>
                  </a:lnTo>
                  <a:lnTo>
                    <a:pt x="1754392" y="1975152"/>
                  </a:lnTo>
                  <a:lnTo>
                    <a:pt x="1766829" y="1959823"/>
                  </a:lnTo>
                  <a:lnTo>
                    <a:pt x="1779254" y="1944736"/>
                  </a:lnTo>
                  <a:lnTo>
                    <a:pt x="1791692" y="1929801"/>
                  </a:lnTo>
                  <a:lnTo>
                    <a:pt x="1804167" y="1915018"/>
                  </a:lnTo>
                  <a:lnTo>
                    <a:pt x="1841455" y="1870822"/>
                  </a:lnTo>
                  <a:lnTo>
                    <a:pt x="1853893" y="1855988"/>
                  </a:lnTo>
                  <a:lnTo>
                    <a:pt x="1866369" y="1841002"/>
                  </a:lnTo>
                  <a:lnTo>
                    <a:pt x="1878806" y="1825775"/>
                  </a:lnTo>
                  <a:lnTo>
                    <a:pt x="1891231" y="1810294"/>
                  </a:lnTo>
                  <a:lnTo>
                    <a:pt x="1903669" y="1794469"/>
                  </a:lnTo>
                  <a:lnTo>
                    <a:pt x="1916144" y="1778150"/>
                  </a:lnTo>
                  <a:lnTo>
                    <a:pt x="1928569" y="1761386"/>
                  </a:lnTo>
                  <a:lnTo>
                    <a:pt x="1941007" y="1744114"/>
                  </a:lnTo>
                  <a:lnTo>
                    <a:pt x="1953432" y="1726359"/>
                  </a:lnTo>
                  <a:lnTo>
                    <a:pt x="1965920" y="1707855"/>
                  </a:lnTo>
                  <a:lnTo>
                    <a:pt x="1978345" y="1688704"/>
                  </a:lnTo>
                  <a:lnTo>
                    <a:pt x="1990783" y="1668854"/>
                  </a:lnTo>
                  <a:lnTo>
                    <a:pt x="2003208" y="1648369"/>
                  </a:lnTo>
                  <a:lnTo>
                    <a:pt x="2015646" y="1627134"/>
                  </a:lnTo>
                  <a:lnTo>
                    <a:pt x="2028121" y="1604960"/>
                  </a:lnTo>
                  <a:lnTo>
                    <a:pt x="2040546" y="1582138"/>
                  </a:lnTo>
                  <a:lnTo>
                    <a:pt x="2052984" y="1558529"/>
                  </a:lnTo>
                  <a:lnTo>
                    <a:pt x="2065409" y="1534272"/>
                  </a:lnTo>
                  <a:lnTo>
                    <a:pt x="2077897" y="1509113"/>
                  </a:lnTo>
                  <a:lnTo>
                    <a:pt x="2090322" y="1483218"/>
                  </a:lnTo>
                  <a:lnTo>
                    <a:pt x="2102760" y="1456675"/>
                  </a:lnTo>
                  <a:lnTo>
                    <a:pt x="2115185" y="1429547"/>
                  </a:lnTo>
                  <a:lnTo>
                    <a:pt x="2127673" y="1401760"/>
                  </a:lnTo>
                  <a:lnTo>
                    <a:pt x="2140098" y="1373337"/>
                  </a:lnTo>
                  <a:lnTo>
                    <a:pt x="2152523" y="1344458"/>
                  </a:lnTo>
                  <a:lnTo>
                    <a:pt x="2164961" y="1315146"/>
                  </a:lnTo>
                  <a:lnTo>
                    <a:pt x="2177386" y="1285479"/>
                  </a:lnTo>
                  <a:lnTo>
                    <a:pt x="2189874" y="1255367"/>
                  </a:lnTo>
                  <a:lnTo>
                    <a:pt x="2202299" y="1225001"/>
                  </a:lnTo>
                  <a:lnTo>
                    <a:pt x="2214737" y="1194445"/>
                  </a:lnTo>
                  <a:lnTo>
                    <a:pt x="2227162" y="1163686"/>
                  </a:lnTo>
                  <a:lnTo>
                    <a:pt x="2239650" y="1132876"/>
                  </a:lnTo>
                  <a:lnTo>
                    <a:pt x="2264513" y="1071166"/>
                  </a:lnTo>
                  <a:lnTo>
                    <a:pt x="2276938" y="1040356"/>
                  </a:lnTo>
                  <a:lnTo>
                    <a:pt x="2289363" y="1009648"/>
                  </a:lnTo>
                  <a:lnTo>
                    <a:pt x="2301851" y="979142"/>
                  </a:lnTo>
                  <a:lnTo>
                    <a:pt x="2314276" y="948827"/>
                  </a:lnTo>
                  <a:lnTo>
                    <a:pt x="2326714" y="918715"/>
                  </a:lnTo>
                  <a:lnTo>
                    <a:pt x="2339139" y="888807"/>
                  </a:lnTo>
                  <a:lnTo>
                    <a:pt x="2351627" y="859279"/>
                  </a:lnTo>
                  <a:lnTo>
                    <a:pt x="2364052" y="830019"/>
                  </a:lnTo>
                  <a:lnTo>
                    <a:pt x="2376490" y="801088"/>
                  </a:lnTo>
                  <a:lnTo>
                    <a:pt x="2388915" y="772513"/>
                  </a:lnTo>
                  <a:lnTo>
                    <a:pt x="2401390" y="744192"/>
                  </a:lnTo>
                  <a:lnTo>
                    <a:pt x="2413828" y="716354"/>
                  </a:lnTo>
                  <a:lnTo>
                    <a:pt x="2426253" y="688871"/>
                  </a:lnTo>
                  <a:lnTo>
                    <a:pt x="2438691" y="661744"/>
                  </a:lnTo>
                  <a:lnTo>
                    <a:pt x="2451116" y="634896"/>
                  </a:lnTo>
                  <a:lnTo>
                    <a:pt x="2463604" y="608505"/>
                  </a:lnTo>
                  <a:lnTo>
                    <a:pt x="2476029" y="582508"/>
                  </a:lnTo>
                  <a:lnTo>
                    <a:pt x="2488467" y="556816"/>
                  </a:lnTo>
                  <a:lnTo>
                    <a:pt x="2500892" y="531518"/>
                  </a:lnTo>
                  <a:lnTo>
                    <a:pt x="2513367" y="506562"/>
                  </a:lnTo>
                  <a:lnTo>
                    <a:pt x="2525805" y="482102"/>
                  </a:lnTo>
                  <a:lnTo>
                    <a:pt x="2538230" y="457998"/>
                  </a:lnTo>
                  <a:lnTo>
                    <a:pt x="2550668" y="434236"/>
                  </a:lnTo>
                  <a:lnTo>
                    <a:pt x="2563144" y="410868"/>
                  </a:lnTo>
                  <a:lnTo>
                    <a:pt x="2575581" y="387995"/>
                  </a:lnTo>
                  <a:lnTo>
                    <a:pt x="2588006" y="365516"/>
                  </a:lnTo>
                  <a:lnTo>
                    <a:pt x="2600444" y="343545"/>
                  </a:lnTo>
                  <a:lnTo>
                    <a:pt x="2612869" y="321968"/>
                  </a:lnTo>
                  <a:lnTo>
                    <a:pt x="2625344" y="300835"/>
                  </a:lnTo>
                  <a:lnTo>
                    <a:pt x="2637782" y="280337"/>
                  </a:lnTo>
                  <a:lnTo>
                    <a:pt x="2650207" y="260398"/>
                  </a:lnTo>
                  <a:lnTo>
                    <a:pt x="2662645" y="240902"/>
                  </a:lnTo>
                  <a:lnTo>
                    <a:pt x="2675120" y="222002"/>
                  </a:lnTo>
                  <a:lnTo>
                    <a:pt x="2687558" y="203796"/>
                  </a:lnTo>
                  <a:lnTo>
                    <a:pt x="2699983" y="186284"/>
                  </a:lnTo>
                  <a:lnTo>
                    <a:pt x="2712421" y="169316"/>
                  </a:lnTo>
                  <a:lnTo>
                    <a:pt x="2724896" y="153045"/>
                  </a:lnTo>
                  <a:lnTo>
                    <a:pt x="2737334" y="137467"/>
                  </a:lnTo>
                  <a:lnTo>
                    <a:pt x="2749759" y="122784"/>
                  </a:lnTo>
                  <a:lnTo>
                    <a:pt x="2762184" y="108793"/>
                  </a:lnTo>
                  <a:lnTo>
                    <a:pt x="2774622" y="95547"/>
                  </a:lnTo>
                  <a:lnTo>
                    <a:pt x="2787097" y="83045"/>
                  </a:lnTo>
                  <a:lnTo>
                    <a:pt x="2799535" y="71487"/>
                  </a:lnTo>
                  <a:lnTo>
                    <a:pt x="2811960" y="60820"/>
                  </a:lnTo>
                  <a:lnTo>
                    <a:pt x="2824398" y="50899"/>
                  </a:lnTo>
                  <a:lnTo>
                    <a:pt x="2836873" y="41770"/>
                  </a:lnTo>
                  <a:lnTo>
                    <a:pt x="2849311" y="33585"/>
                  </a:lnTo>
                  <a:lnTo>
                    <a:pt x="2861736" y="26392"/>
                  </a:lnTo>
                  <a:lnTo>
                    <a:pt x="2874161" y="19992"/>
                  </a:lnTo>
                  <a:lnTo>
                    <a:pt x="2886599" y="14436"/>
                  </a:lnTo>
                  <a:lnTo>
                    <a:pt x="2899074" y="9723"/>
                  </a:lnTo>
                  <a:lnTo>
                    <a:pt x="2911512" y="6053"/>
                  </a:lnTo>
                  <a:lnTo>
                    <a:pt x="2923937" y="3274"/>
                  </a:lnTo>
                  <a:lnTo>
                    <a:pt x="2936374" y="1340"/>
                  </a:lnTo>
                  <a:lnTo>
                    <a:pt x="2948850" y="198"/>
                  </a:lnTo>
                  <a:lnTo>
                    <a:pt x="2961288" y="0"/>
                  </a:lnTo>
                  <a:lnTo>
                    <a:pt x="2973713" y="843"/>
                  </a:lnTo>
                  <a:lnTo>
                    <a:pt x="2986138" y="2480"/>
                  </a:lnTo>
                  <a:lnTo>
                    <a:pt x="2998626" y="4911"/>
                  </a:lnTo>
                  <a:lnTo>
                    <a:pt x="3011051" y="8185"/>
                  </a:lnTo>
                  <a:lnTo>
                    <a:pt x="3023489" y="12502"/>
                  </a:lnTo>
                  <a:lnTo>
                    <a:pt x="3035914" y="17710"/>
                  </a:lnTo>
                  <a:lnTo>
                    <a:pt x="3048351" y="23664"/>
                  </a:lnTo>
                  <a:lnTo>
                    <a:pt x="3060827" y="30410"/>
                  </a:lnTo>
                  <a:lnTo>
                    <a:pt x="3073265" y="38100"/>
                  </a:lnTo>
                  <a:lnTo>
                    <a:pt x="3085690" y="46732"/>
                  </a:lnTo>
                  <a:lnTo>
                    <a:pt x="3098127" y="56158"/>
                  </a:lnTo>
                  <a:lnTo>
                    <a:pt x="3110603" y="66327"/>
                  </a:lnTo>
                  <a:lnTo>
                    <a:pt x="3123028" y="77291"/>
                  </a:lnTo>
                  <a:lnTo>
                    <a:pt x="3135466" y="89296"/>
                  </a:lnTo>
                  <a:lnTo>
                    <a:pt x="3147891" y="101996"/>
                  </a:lnTo>
                  <a:lnTo>
                    <a:pt x="3160379" y="115490"/>
                  </a:lnTo>
                  <a:lnTo>
                    <a:pt x="3172804" y="129678"/>
                  </a:lnTo>
                  <a:lnTo>
                    <a:pt x="3185242" y="144661"/>
                  </a:lnTo>
                  <a:lnTo>
                    <a:pt x="3197667" y="160536"/>
                  </a:lnTo>
                  <a:lnTo>
                    <a:pt x="3210104" y="177006"/>
                  </a:lnTo>
                  <a:lnTo>
                    <a:pt x="3222580" y="194170"/>
                  </a:lnTo>
                  <a:lnTo>
                    <a:pt x="3235005" y="211931"/>
                  </a:lnTo>
                  <a:lnTo>
                    <a:pt x="3247443" y="230534"/>
                  </a:lnTo>
                  <a:lnTo>
                    <a:pt x="3259868" y="249683"/>
                  </a:lnTo>
                  <a:lnTo>
                    <a:pt x="3272356" y="269377"/>
                  </a:lnTo>
                  <a:lnTo>
                    <a:pt x="3284781" y="289570"/>
                  </a:lnTo>
                  <a:lnTo>
                    <a:pt x="3297219" y="310309"/>
                  </a:lnTo>
                  <a:lnTo>
                    <a:pt x="3309644" y="331594"/>
                  </a:lnTo>
                  <a:lnTo>
                    <a:pt x="3322119" y="353273"/>
                  </a:lnTo>
                  <a:lnTo>
                    <a:pt x="3334557" y="375244"/>
                  </a:lnTo>
                  <a:lnTo>
                    <a:pt x="3346982" y="397622"/>
                  </a:lnTo>
                  <a:lnTo>
                    <a:pt x="3359420" y="420342"/>
                  </a:lnTo>
                  <a:lnTo>
                    <a:pt x="3371845" y="443304"/>
                  </a:lnTo>
                  <a:lnTo>
                    <a:pt x="3384333" y="466481"/>
                  </a:lnTo>
                  <a:lnTo>
                    <a:pt x="3396758" y="489798"/>
                  </a:lnTo>
                  <a:lnTo>
                    <a:pt x="3409195" y="513255"/>
                  </a:lnTo>
                  <a:lnTo>
                    <a:pt x="3421621" y="536826"/>
                  </a:lnTo>
                  <a:lnTo>
                    <a:pt x="3434109" y="560385"/>
                  </a:lnTo>
                  <a:lnTo>
                    <a:pt x="3446534" y="584007"/>
                  </a:lnTo>
                  <a:lnTo>
                    <a:pt x="3458959" y="607565"/>
                  </a:lnTo>
                  <a:lnTo>
                    <a:pt x="3471397" y="631086"/>
                  </a:lnTo>
                  <a:lnTo>
                    <a:pt x="3483822" y="654492"/>
                  </a:lnTo>
                  <a:lnTo>
                    <a:pt x="3496310" y="677809"/>
                  </a:lnTo>
                  <a:lnTo>
                    <a:pt x="3508735" y="701025"/>
                  </a:lnTo>
                  <a:lnTo>
                    <a:pt x="3521172" y="724050"/>
                  </a:lnTo>
                  <a:lnTo>
                    <a:pt x="3533598" y="746872"/>
                  </a:lnTo>
                  <a:lnTo>
                    <a:pt x="3546086" y="769541"/>
                  </a:lnTo>
                  <a:lnTo>
                    <a:pt x="3558511" y="792008"/>
                  </a:lnTo>
                  <a:lnTo>
                    <a:pt x="3570948" y="814283"/>
                  </a:lnTo>
                  <a:lnTo>
                    <a:pt x="3583373" y="836318"/>
                  </a:lnTo>
                  <a:lnTo>
                    <a:pt x="3595849" y="858187"/>
                  </a:lnTo>
                  <a:lnTo>
                    <a:pt x="3608287" y="879917"/>
                  </a:lnTo>
                  <a:lnTo>
                    <a:pt x="3620712" y="901456"/>
                  </a:lnTo>
                  <a:lnTo>
                    <a:pt x="3633149" y="922830"/>
                  </a:lnTo>
                  <a:lnTo>
                    <a:pt x="3645574" y="944065"/>
                  </a:lnTo>
                  <a:lnTo>
                    <a:pt x="3658063" y="965198"/>
                  </a:lnTo>
                  <a:lnTo>
                    <a:pt x="3670488" y="986229"/>
                  </a:lnTo>
                  <a:lnTo>
                    <a:pt x="3682925" y="1007222"/>
                  </a:lnTo>
                  <a:lnTo>
                    <a:pt x="3695350" y="1028151"/>
                  </a:lnTo>
                  <a:lnTo>
                    <a:pt x="3707826" y="1049145"/>
                  </a:lnTo>
                  <a:lnTo>
                    <a:pt x="3720264" y="1070125"/>
                  </a:lnTo>
                  <a:lnTo>
                    <a:pt x="3732689" y="1091156"/>
                  </a:lnTo>
                  <a:lnTo>
                    <a:pt x="3745126" y="1112340"/>
                  </a:lnTo>
                  <a:lnTo>
                    <a:pt x="3757602" y="1133676"/>
                  </a:lnTo>
                  <a:lnTo>
                    <a:pt x="3770040" y="1155151"/>
                  </a:lnTo>
                  <a:lnTo>
                    <a:pt x="3782465" y="1176830"/>
                  </a:lnTo>
                  <a:lnTo>
                    <a:pt x="3794902" y="1198763"/>
                  </a:lnTo>
                  <a:lnTo>
                    <a:pt x="3807327" y="1220988"/>
                  </a:lnTo>
                  <a:lnTo>
                    <a:pt x="3819803" y="1243505"/>
                  </a:lnTo>
                  <a:lnTo>
                    <a:pt x="3832241" y="1266327"/>
                  </a:lnTo>
                  <a:lnTo>
                    <a:pt x="3844666" y="1289492"/>
                  </a:lnTo>
                  <a:lnTo>
                    <a:pt x="3857103" y="1313165"/>
                  </a:lnTo>
                  <a:lnTo>
                    <a:pt x="3869579" y="1337168"/>
                  </a:lnTo>
                  <a:lnTo>
                    <a:pt x="3882017" y="1361577"/>
                  </a:lnTo>
                  <a:lnTo>
                    <a:pt x="3894442" y="1386380"/>
                  </a:lnTo>
                  <a:lnTo>
                    <a:pt x="3906879" y="1411679"/>
                  </a:lnTo>
                  <a:lnTo>
                    <a:pt x="3919355" y="1437536"/>
                  </a:lnTo>
                  <a:lnTo>
                    <a:pt x="3931780" y="1463774"/>
                  </a:lnTo>
                  <a:lnTo>
                    <a:pt x="3944218" y="1490470"/>
                  </a:lnTo>
                  <a:lnTo>
                    <a:pt x="3956643" y="1517546"/>
                  </a:lnTo>
                  <a:lnTo>
                    <a:pt x="3969080" y="1545232"/>
                  </a:lnTo>
                  <a:lnTo>
                    <a:pt x="3981556" y="1573362"/>
                  </a:lnTo>
                  <a:lnTo>
                    <a:pt x="3993993" y="1601836"/>
                  </a:lnTo>
                  <a:lnTo>
                    <a:pt x="4006419" y="1630716"/>
                  </a:lnTo>
                  <a:lnTo>
                    <a:pt x="4018856" y="1660027"/>
                  </a:lnTo>
                  <a:lnTo>
                    <a:pt x="4031332" y="1689745"/>
                  </a:lnTo>
                  <a:lnTo>
                    <a:pt x="4043757" y="1719806"/>
                  </a:lnTo>
                  <a:lnTo>
                    <a:pt x="4056195" y="1750121"/>
                  </a:lnTo>
                  <a:lnTo>
                    <a:pt x="4068620" y="1780677"/>
                  </a:lnTo>
                  <a:lnTo>
                    <a:pt x="4081057" y="1811589"/>
                  </a:lnTo>
                  <a:lnTo>
                    <a:pt x="4093533" y="1842640"/>
                  </a:lnTo>
                  <a:lnTo>
                    <a:pt x="4105970" y="1873844"/>
                  </a:lnTo>
                  <a:lnTo>
                    <a:pt x="4118396" y="1905150"/>
                  </a:lnTo>
                  <a:lnTo>
                    <a:pt x="4130833" y="1936506"/>
                  </a:lnTo>
                  <a:lnTo>
                    <a:pt x="4143309" y="1967901"/>
                  </a:lnTo>
                  <a:lnTo>
                    <a:pt x="4155734" y="1999257"/>
                  </a:lnTo>
                  <a:lnTo>
                    <a:pt x="4168171" y="2030562"/>
                  </a:lnTo>
                  <a:lnTo>
                    <a:pt x="4180597" y="2061715"/>
                  </a:lnTo>
                  <a:lnTo>
                    <a:pt x="4193085" y="2092678"/>
                  </a:lnTo>
                  <a:lnTo>
                    <a:pt x="4205510" y="2123374"/>
                  </a:lnTo>
                  <a:lnTo>
                    <a:pt x="4217947" y="2153892"/>
                  </a:lnTo>
                  <a:lnTo>
                    <a:pt x="4230373" y="2184055"/>
                  </a:lnTo>
                  <a:lnTo>
                    <a:pt x="4242810" y="2213773"/>
                  </a:lnTo>
                  <a:lnTo>
                    <a:pt x="4255286" y="2243084"/>
                  </a:lnTo>
                  <a:lnTo>
                    <a:pt x="4267723" y="2271964"/>
                  </a:lnTo>
                  <a:lnTo>
                    <a:pt x="4280149" y="2300387"/>
                  </a:lnTo>
                  <a:lnTo>
                    <a:pt x="4292574" y="2328314"/>
                  </a:lnTo>
                  <a:lnTo>
                    <a:pt x="4305062" y="2355555"/>
                  </a:lnTo>
                  <a:lnTo>
                    <a:pt x="4317487" y="2382238"/>
                  </a:lnTo>
                  <a:lnTo>
                    <a:pt x="4329924" y="2408337"/>
                  </a:lnTo>
                  <a:lnTo>
                    <a:pt x="4342350" y="2433889"/>
                  </a:lnTo>
                  <a:lnTo>
                    <a:pt x="4354838" y="2458692"/>
                  </a:lnTo>
                  <a:lnTo>
                    <a:pt x="4367263" y="2482797"/>
                  </a:lnTo>
                  <a:lnTo>
                    <a:pt x="4379700" y="2506317"/>
                  </a:lnTo>
                  <a:lnTo>
                    <a:pt x="4392125" y="2529190"/>
                  </a:lnTo>
                  <a:lnTo>
                    <a:pt x="4404563" y="2551466"/>
                  </a:lnTo>
                  <a:lnTo>
                    <a:pt x="4417039" y="2572891"/>
                  </a:lnTo>
                  <a:lnTo>
                    <a:pt x="4429464" y="2593731"/>
                  </a:lnTo>
                  <a:lnTo>
                    <a:pt x="4441901" y="2614013"/>
                  </a:lnTo>
                  <a:lnTo>
                    <a:pt x="4454326" y="2633762"/>
                  </a:lnTo>
                  <a:lnTo>
                    <a:pt x="4466815" y="2652812"/>
                  </a:lnTo>
                  <a:lnTo>
                    <a:pt x="4479240" y="2671265"/>
                  </a:lnTo>
                  <a:lnTo>
                    <a:pt x="4491677" y="2689223"/>
                  </a:lnTo>
                  <a:lnTo>
                    <a:pt x="4504102" y="2706787"/>
                  </a:lnTo>
                  <a:lnTo>
                    <a:pt x="4516578" y="2723805"/>
                  </a:lnTo>
                  <a:lnTo>
                    <a:pt x="4529016" y="2740327"/>
                  </a:lnTo>
                  <a:lnTo>
                    <a:pt x="4541441" y="2756444"/>
                  </a:lnTo>
                  <a:lnTo>
                    <a:pt x="4553878" y="2772268"/>
                  </a:lnTo>
                  <a:lnTo>
                    <a:pt x="4566303" y="2787749"/>
                  </a:lnTo>
                  <a:lnTo>
                    <a:pt x="4578792" y="2802824"/>
                  </a:lnTo>
                  <a:lnTo>
                    <a:pt x="4591217" y="2817658"/>
                  </a:lnTo>
                  <a:lnTo>
                    <a:pt x="4603654" y="2832301"/>
                  </a:lnTo>
                  <a:lnTo>
                    <a:pt x="4616079" y="2846690"/>
                  </a:lnTo>
                  <a:lnTo>
                    <a:pt x="4628555" y="2860876"/>
                  </a:lnTo>
                  <a:lnTo>
                    <a:pt x="4640993" y="2874859"/>
                  </a:lnTo>
                  <a:lnTo>
                    <a:pt x="4653418" y="2888752"/>
                  </a:lnTo>
                  <a:lnTo>
                    <a:pt x="4665855" y="2902494"/>
                  </a:lnTo>
                  <a:lnTo>
                    <a:pt x="4678280" y="2916083"/>
                  </a:lnTo>
                  <a:lnTo>
                    <a:pt x="4690769" y="2929634"/>
                  </a:lnTo>
                  <a:lnTo>
                    <a:pt x="4703194" y="2943032"/>
                  </a:lnTo>
                  <a:lnTo>
                    <a:pt x="4715631" y="2956367"/>
                  </a:lnTo>
                  <a:lnTo>
                    <a:pt x="4728056" y="2969613"/>
                  </a:lnTo>
                  <a:lnTo>
                    <a:pt x="4740544" y="2982809"/>
                  </a:lnTo>
                  <a:lnTo>
                    <a:pt x="4752970" y="2995915"/>
                  </a:lnTo>
                  <a:lnTo>
                    <a:pt x="4765395" y="3008958"/>
                  </a:lnTo>
                  <a:lnTo>
                    <a:pt x="4777832" y="3021899"/>
                  </a:lnTo>
                  <a:lnTo>
                    <a:pt x="4790308" y="3034802"/>
                  </a:lnTo>
                  <a:lnTo>
                    <a:pt x="4802745" y="3047604"/>
                  </a:lnTo>
                  <a:lnTo>
                    <a:pt x="4815171" y="3060304"/>
                  </a:lnTo>
                  <a:lnTo>
                    <a:pt x="4827608" y="3072902"/>
                  </a:lnTo>
                  <a:lnTo>
                    <a:pt x="4840033" y="3085399"/>
                  </a:lnTo>
                  <a:lnTo>
                    <a:pt x="4852521" y="3097807"/>
                  </a:lnTo>
                  <a:lnTo>
                    <a:pt x="4864947" y="3110062"/>
                  </a:lnTo>
                  <a:lnTo>
                    <a:pt x="4877372" y="3122216"/>
                  </a:lnTo>
                  <a:lnTo>
                    <a:pt x="4889809" y="3134218"/>
                  </a:lnTo>
                  <a:lnTo>
                    <a:pt x="4902285" y="3146080"/>
                  </a:lnTo>
                  <a:lnTo>
                    <a:pt x="4914722" y="3157789"/>
                  </a:lnTo>
                  <a:lnTo>
                    <a:pt x="4927148" y="3169346"/>
                  </a:lnTo>
                  <a:lnTo>
                    <a:pt x="4939585" y="3180751"/>
                  </a:lnTo>
                  <a:lnTo>
                    <a:pt x="4952061" y="3192016"/>
                  </a:lnTo>
                  <a:lnTo>
                    <a:pt x="4964498" y="3203077"/>
                  </a:lnTo>
                  <a:lnTo>
                    <a:pt x="4976923" y="3213948"/>
                  </a:lnTo>
                  <a:lnTo>
                    <a:pt x="4989349" y="3224655"/>
                  </a:lnTo>
                  <a:lnTo>
                    <a:pt x="5001786" y="3235221"/>
                  </a:lnTo>
                  <a:lnTo>
                    <a:pt x="5014262" y="3245597"/>
                  </a:lnTo>
                  <a:lnTo>
                    <a:pt x="5026699" y="3255769"/>
                  </a:lnTo>
                  <a:lnTo>
                    <a:pt x="5039124" y="3265739"/>
                  </a:lnTo>
                  <a:lnTo>
                    <a:pt x="5051562" y="3275556"/>
                  </a:lnTo>
                  <a:lnTo>
                    <a:pt x="5064038" y="3285183"/>
                  </a:lnTo>
                  <a:lnTo>
                    <a:pt x="5076475" y="3294606"/>
                  </a:lnTo>
                  <a:lnTo>
                    <a:pt x="5088900" y="3303788"/>
                  </a:lnTo>
                  <a:lnTo>
                    <a:pt x="5101338" y="3312818"/>
                  </a:lnTo>
                  <a:lnTo>
                    <a:pt x="5113814" y="3321695"/>
                  </a:lnTo>
                  <a:lnTo>
                    <a:pt x="5126239" y="3330382"/>
                  </a:lnTo>
                  <a:lnTo>
                    <a:pt x="5138676" y="3338815"/>
                  </a:lnTo>
                  <a:lnTo>
                    <a:pt x="5151101" y="3347095"/>
                  </a:lnTo>
                  <a:lnTo>
                    <a:pt x="5163539" y="3355236"/>
                  </a:lnTo>
                  <a:lnTo>
                    <a:pt x="5176015" y="3363173"/>
                  </a:lnTo>
                  <a:lnTo>
                    <a:pt x="5188452" y="3370908"/>
                  </a:lnTo>
                  <a:lnTo>
                    <a:pt x="5200877" y="3378451"/>
                  </a:lnTo>
                  <a:lnTo>
                    <a:pt x="5213315" y="3385843"/>
                  </a:lnTo>
                  <a:lnTo>
                    <a:pt x="5225791" y="3393082"/>
                  </a:lnTo>
                  <a:lnTo>
                    <a:pt x="5238216" y="3400130"/>
                  </a:lnTo>
                  <a:lnTo>
                    <a:pt x="5250653" y="3407026"/>
                  </a:lnTo>
                  <a:lnTo>
                    <a:pt x="5263078" y="3413821"/>
                  </a:lnTo>
                  <a:lnTo>
                    <a:pt x="5275516" y="3420463"/>
                  </a:lnTo>
                  <a:lnTo>
                    <a:pt x="5287992" y="3426966"/>
                  </a:lnTo>
                  <a:lnTo>
                    <a:pt x="5300429" y="3433366"/>
                  </a:lnTo>
                  <a:lnTo>
                    <a:pt x="5312854" y="3439666"/>
                  </a:lnTo>
                  <a:lnTo>
                    <a:pt x="5325292" y="3445863"/>
                  </a:lnTo>
                  <a:lnTo>
                    <a:pt x="5337768" y="3451972"/>
                  </a:lnTo>
                  <a:lnTo>
                    <a:pt x="5350193" y="3458017"/>
                  </a:lnTo>
                  <a:lnTo>
                    <a:pt x="5375055" y="3470031"/>
                  </a:lnTo>
                  <a:lnTo>
                    <a:pt x="5387543" y="3475975"/>
                  </a:lnTo>
                  <a:lnTo>
                    <a:pt x="5424831" y="3493844"/>
                  </a:lnTo>
                  <a:lnTo>
                    <a:pt x="5437269" y="3499838"/>
                  </a:lnTo>
                  <a:lnTo>
                    <a:pt x="5449745" y="3505896"/>
                  </a:lnTo>
                  <a:lnTo>
                    <a:pt x="5462170" y="3511941"/>
                  </a:lnTo>
                  <a:lnTo>
                    <a:pt x="5474607" y="3518151"/>
                  </a:lnTo>
                  <a:lnTo>
                    <a:pt x="5487032" y="3524400"/>
                  </a:lnTo>
                  <a:lnTo>
                    <a:pt x="5499520" y="3530699"/>
                  </a:lnTo>
                  <a:lnTo>
                    <a:pt x="5511946" y="3537100"/>
                  </a:lnTo>
                  <a:lnTo>
                    <a:pt x="5524383" y="3543653"/>
                  </a:lnTo>
                  <a:lnTo>
                    <a:pt x="5536808" y="3550244"/>
                  </a:lnTo>
                  <a:lnTo>
                    <a:pt x="5549296" y="3556988"/>
                  </a:lnTo>
                  <a:lnTo>
                    <a:pt x="5561721" y="3563783"/>
                  </a:lnTo>
                  <a:lnTo>
                    <a:pt x="5574159" y="3570679"/>
                  </a:lnTo>
                  <a:lnTo>
                    <a:pt x="5586584" y="3577727"/>
                  </a:lnTo>
                  <a:lnTo>
                    <a:pt x="5599009" y="3584826"/>
                  </a:lnTo>
                  <a:lnTo>
                    <a:pt x="5611497" y="3592015"/>
                  </a:lnTo>
                  <a:lnTo>
                    <a:pt x="5623922" y="3599254"/>
                  </a:lnTo>
                  <a:lnTo>
                    <a:pt x="5648785" y="3614049"/>
                  </a:lnTo>
                  <a:lnTo>
                    <a:pt x="5661273" y="3621530"/>
                  </a:lnTo>
                  <a:lnTo>
                    <a:pt x="5686136" y="3636516"/>
                  </a:lnTo>
                  <a:lnTo>
                    <a:pt x="5698561" y="3644059"/>
                  </a:lnTo>
                  <a:lnTo>
                    <a:pt x="5711037" y="3651603"/>
                  </a:lnTo>
                  <a:lnTo>
                    <a:pt x="5723474" y="3659134"/>
                  </a:lnTo>
                  <a:lnTo>
                    <a:pt x="5748337" y="3674019"/>
                  </a:lnTo>
                  <a:lnTo>
                    <a:pt x="5760762" y="3681359"/>
                  </a:lnTo>
                  <a:lnTo>
                    <a:pt x="5773250" y="3688649"/>
                  </a:lnTo>
                  <a:lnTo>
                    <a:pt x="5785675" y="3695850"/>
                  </a:lnTo>
                  <a:lnTo>
                    <a:pt x="5798113" y="3702949"/>
                  </a:lnTo>
                  <a:lnTo>
                    <a:pt x="5810538" y="3709833"/>
                  </a:lnTo>
                  <a:lnTo>
                    <a:pt x="5823014" y="3716640"/>
                  </a:lnTo>
                  <a:lnTo>
                    <a:pt x="5835451" y="3723282"/>
                  </a:lnTo>
                  <a:lnTo>
                    <a:pt x="5847876" y="3729784"/>
                  </a:lnTo>
                  <a:lnTo>
                    <a:pt x="5860314" y="3736033"/>
                  </a:lnTo>
                  <a:lnTo>
                    <a:pt x="5872739" y="3742129"/>
                  </a:lnTo>
                  <a:lnTo>
                    <a:pt x="5885227" y="3748034"/>
                  </a:lnTo>
                  <a:lnTo>
                    <a:pt x="5897652" y="3753749"/>
                  </a:lnTo>
                  <a:lnTo>
                    <a:pt x="5910090" y="3759147"/>
                  </a:lnTo>
                  <a:lnTo>
                    <a:pt x="5922515" y="3764354"/>
                  </a:lnTo>
                  <a:lnTo>
                    <a:pt x="5934991" y="3769370"/>
                  </a:lnTo>
                  <a:lnTo>
                    <a:pt x="5947429" y="3774133"/>
                  </a:lnTo>
                  <a:lnTo>
                    <a:pt x="5959853" y="3778692"/>
                  </a:lnTo>
                  <a:lnTo>
                    <a:pt x="5972291" y="3782909"/>
                  </a:lnTo>
                  <a:lnTo>
                    <a:pt x="5984766" y="3786934"/>
                  </a:lnTo>
                  <a:lnTo>
                    <a:pt x="5997204" y="3790757"/>
                  </a:lnTo>
                  <a:lnTo>
                    <a:pt x="6009629" y="3794326"/>
                  </a:lnTo>
                  <a:lnTo>
                    <a:pt x="6022067" y="3797602"/>
                  </a:lnTo>
                  <a:lnTo>
                    <a:pt x="6034491" y="3800676"/>
                  </a:lnTo>
                  <a:lnTo>
                    <a:pt x="6046967" y="3803495"/>
                  </a:lnTo>
                  <a:lnTo>
                    <a:pt x="6059405" y="3806124"/>
                  </a:lnTo>
                  <a:lnTo>
                    <a:pt x="6071830" y="3808562"/>
                  </a:lnTo>
                  <a:lnTo>
                    <a:pt x="6084268" y="3810747"/>
                  </a:lnTo>
                  <a:lnTo>
                    <a:pt x="6096744" y="3812728"/>
                  </a:lnTo>
                  <a:lnTo>
                    <a:pt x="6109181" y="3814569"/>
                  </a:lnTo>
                  <a:lnTo>
                    <a:pt x="6121606" y="3816195"/>
                  </a:lnTo>
                  <a:lnTo>
                    <a:pt x="6134044" y="3817643"/>
                  </a:lnTo>
                  <a:lnTo>
                    <a:pt x="6146519" y="3818977"/>
                  </a:lnTo>
                  <a:lnTo>
                    <a:pt x="6158945" y="3820119"/>
                  </a:lnTo>
                  <a:lnTo>
                    <a:pt x="6171382" y="3821161"/>
                  </a:lnTo>
                  <a:lnTo>
                    <a:pt x="6183807" y="3822050"/>
                  </a:lnTo>
                  <a:lnTo>
                    <a:pt x="6196245" y="3822850"/>
                  </a:lnTo>
                  <a:lnTo>
                    <a:pt x="6208720" y="3823548"/>
                  </a:lnTo>
                  <a:lnTo>
                    <a:pt x="6221158" y="3824184"/>
                  </a:lnTo>
                  <a:lnTo>
                    <a:pt x="6246021" y="3825174"/>
                  </a:lnTo>
                  <a:lnTo>
                    <a:pt x="6258496" y="3825580"/>
                  </a:lnTo>
                  <a:lnTo>
                    <a:pt x="6283359" y="3826266"/>
                  </a:lnTo>
                  <a:lnTo>
                    <a:pt x="6295784" y="3826571"/>
                  </a:lnTo>
                  <a:lnTo>
                    <a:pt x="6308273" y="3826863"/>
                  </a:lnTo>
                  <a:lnTo>
                    <a:pt x="6320697" y="3827168"/>
                  </a:lnTo>
                  <a:lnTo>
                    <a:pt x="6333135" y="3827409"/>
                  </a:lnTo>
                  <a:lnTo>
                    <a:pt x="6357998" y="3828006"/>
                  </a:lnTo>
                </a:path>
              </a:pathLst>
            </a:custGeom>
            <a:noFill/>
            <a:ln w="27056" cap="flat">
              <a:solidFill>
                <a:srgbClr val="ECA9A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04" name="Freeform 3203">
              <a:extLst>
                <a:ext uri="{FF2B5EF4-FFF2-40B4-BE49-F238E27FC236}">
                  <a16:creationId xmlns:a16="http://schemas.microsoft.com/office/drawing/2014/main" id="{7F43DA79-D949-A33F-1E1D-C5A54D1DCF79}"/>
                </a:ext>
              </a:extLst>
            </p:cNvPr>
            <p:cNvSpPr/>
            <p:nvPr/>
          </p:nvSpPr>
          <p:spPr>
            <a:xfrm>
              <a:off x="5883532" y="1269156"/>
              <a:ext cx="12678" cy="4528050"/>
            </a:xfrm>
            <a:custGeom>
              <a:avLst/>
              <a:gdLst>
                <a:gd name="connsiteX0" fmla="*/ 0 w 12678"/>
                <a:gd name="connsiteY0" fmla="*/ 4528051 h 4528050"/>
                <a:gd name="connsiteX1" fmla="*/ 0 w 12678"/>
                <a:gd name="connsiteY1" fmla="*/ 0 h 4528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78" h="4528050">
                  <a:moveTo>
                    <a:pt x="0" y="4528051"/>
                  </a:moveTo>
                  <a:lnTo>
                    <a:pt x="0" y="0"/>
                  </a:lnTo>
                </a:path>
              </a:pathLst>
            </a:custGeom>
            <a:noFill/>
            <a:ln w="12700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05" name="Freeform 3204">
              <a:extLst>
                <a:ext uri="{FF2B5EF4-FFF2-40B4-BE49-F238E27FC236}">
                  <a16:creationId xmlns:a16="http://schemas.microsoft.com/office/drawing/2014/main" id="{C4943578-56A4-C82B-5515-7519BB735C16}"/>
                </a:ext>
              </a:extLst>
            </p:cNvPr>
            <p:cNvSpPr/>
            <p:nvPr/>
          </p:nvSpPr>
          <p:spPr>
            <a:xfrm>
              <a:off x="6925557" y="1269156"/>
              <a:ext cx="12678" cy="4528050"/>
            </a:xfrm>
            <a:custGeom>
              <a:avLst/>
              <a:gdLst>
                <a:gd name="connsiteX0" fmla="*/ 0 w 12678"/>
                <a:gd name="connsiteY0" fmla="*/ 4528051 h 4528050"/>
                <a:gd name="connsiteX1" fmla="*/ 0 w 12678"/>
                <a:gd name="connsiteY1" fmla="*/ 0 h 4528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78" h="4528050">
                  <a:moveTo>
                    <a:pt x="0" y="4528051"/>
                  </a:moveTo>
                  <a:lnTo>
                    <a:pt x="0" y="0"/>
                  </a:lnTo>
                </a:path>
              </a:pathLst>
            </a:custGeom>
            <a:noFill/>
            <a:ln w="6350" cap="flat">
              <a:solidFill>
                <a:srgbClr val="000000"/>
              </a:solidFill>
              <a:custDash>
                <a:ds d="512150" sp="512150"/>
              </a:custDash>
              <a:round/>
            </a:ln>
          </p:spPr>
          <p:txBody>
            <a:bodyPr rtlCol="0" anchor="ctr"/>
            <a:lstStyle/>
            <a:p>
              <a:endParaRPr lang="en-US" sz="1050"/>
            </a:p>
          </p:txBody>
        </p:sp>
        <p:sp>
          <p:nvSpPr>
            <p:cNvPr id="3206" name="Freeform 3205">
              <a:extLst>
                <a:ext uri="{FF2B5EF4-FFF2-40B4-BE49-F238E27FC236}">
                  <a16:creationId xmlns:a16="http://schemas.microsoft.com/office/drawing/2014/main" id="{5E63A859-3D57-1045-C4ED-F983D8C0D41C}"/>
                </a:ext>
              </a:extLst>
            </p:cNvPr>
            <p:cNvSpPr/>
            <p:nvPr/>
          </p:nvSpPr>
          <p:spPr>
            <a:xfrm>
              <a:off x="4841470" y="1269156"/>
              <a:ext cx="12678" cy="4528050"/>
            </a:xfrm>
            <a:custGeom>
              <a:avLst/>
              <a:gdLst>
                <a:gd name="connsiteX0" fmla="*/ 0 w 12678"/>
                <a:gd name="connsiteY0" fmla="*/ 4528051 h 4528050"/>
                <a:gd name="connsiteX1" fmla="*/ 0 w 12678"/>
                <a:gd name="connsiteY1" fmla="*/ 0 h 4528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78" h="4528050">
                  <a:moveTo>
                    <a:pt x="0" y="4528051"/>
                  </a:moveTo>
                  <a:lnTo>
                    <a:pt x="0" y="0"/>
                  </a:lnTo>
                </a:path>
              </a:pathLst>
            </a:custGeom>
            <a:noFill/>
            <a:ln w="6350" cap="flat">
              <a:solidFill>
                <a:srgbClr val="000000"/>
              </a:solidFill>
              <a:custDash>
                <a:ds d="512150" sp="512150"/>
              </a:custDash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cxnSp>
        <p:nvCxnSpPr>
          <p:cNvPr id="3244" name="Straight Arrow Connector 3243">
            <a:extLst>
              <a:ext uri="{FF2B5EF4-FFF2-40B4-BE49-F238E27FC236}">
                <a16:creationId xmlns:a16="http://schemas.microsoft.com/office/drawing/2014/main" id="{14F8F411-4D27-80A9-229F-7296F230B03E}"/>
              </a:ext>
            </a:extLst>
          </p:cNvPr>
          <p:cNvCxnSpPr/>
          <p:nvPr/>
        </p:nvCxnSpPr>
        <p:spPr>
          <a:xfrm>
            <a:off x="8162004" y="4360704"/>
            <a:ext cx="1697528" cy="0"/>
          </a:xfrm>
          <a:prstGeom prst="straightConnector1">
            <a:avLst/>
          </a:prstGeom>
          <a:ln>
            <a:solidFill>
              <a:srgbClr val="ECA9A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48" name="Elbow Connector 3247">
            <a:extLst>
              <a:ext uri="{FF2B5EF4-FFF2-40B4-BE49-F238E27FC236}">
                <a16:creationId xmlns:a16="http://schemas.microsoft.com/office/drawing/2014/main" id="{2533E366-F84F-FEAA-1074-1060CA01DE55}"/>
              </a:ext>
            </a:extLst>
          </p:cNvPr>
          <p:cNvCxnSpPr>
            <a:cxnSpLocks/>
          </p:cNvCxnSpPr>
          <p:nvPr/>
        </p:nvCxnSpPr>
        <p:spPr>
          <a:xfrm rot="16200000" flipV="1">
            <a:off x="7998952" y="5081863"/>
            <a:ext cx="1462040" cy="1"/>
          </a:xfrm>
          <a:prstGeom prst="bentConnector3">
            <a:avLst>
              <a:gd name="adj1" fmla="val 50000"/>
            </a:avLst>
          </a:prstGeom>
          <a:ln>
            <a:solidFill>
              <a:srgbClr val="ECA9A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61" name="TextBox 3260">
            <a:extLst>
              <a:ext uri="{FF2B5EF4-FFF2-40B4-BE49-F238E27FC236}">
                <a16:creationId xmlns:a16="http://schemas.microsoft.com/office/drawing/2014/main" id="{C9512F4A-8C7E-E934-C1AF-696D8A670F33}"/>
              </a:ext>
            </a:extLst>
          </p:cNvPr>
          <p:cNvSpPr txBox="1"/>
          <p:nvPr/>
        </p:nvSpPr>
        <p:spPr>
          <a:xfrm>
            <a:off x="9616981" y="4774699"/>
            <a:ext cx="24209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(e.g., error distribution of emissions accounting using annual avg. emissions factor)</a:t>
            </a:r>
          </a:p>
        </p:txBody>
      </p:sp>
    </p:spTree>
    <p:extLst>
      <p:ext uri="{BB962C8B-B14F-4D97-AF65-F5344CB8AC3E}">
        <p14:creationId xmlns:p14="http://schemas.microsoft.com/office/powerpoint/2010/main" val="32297660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571</TotalTime>
  <Words>185</Words>
  <Application>Microsoft Macintosh PowerPoint</Application>
  <PresentationFormat>Widescreen</PresentationFormat>
  <Paragraphs>55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Aoyu Zou</dc:creator>
  <cp:lastModifiedBy>Aoyu Zou</cp:lastModifiedBy>
  <cp:revision>16</cp:revision>
  <dcterms:created xsi:type="dcterms:W3CDTF">2025-06-24T20:17:17Z</dcterms:created>
  <dcterms:modified xsi:type="dcterms:W3CDTF">2025-08-13T05:29:52Z</dcterms:modified>
</cp:coreProperties>
</file>